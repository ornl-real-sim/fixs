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7" r:id="rId2"/>
  </p:sldMasterIdLst>
  <p:notesMasterIdLst>
    <p:notesMasterId r:id="rId45"/>
  </p:notesMasterIdLst>
  <p:sldIdLst>
    <p:sldId id="4971" r:id="rId3"/>
    <p:sldId id="4975" r:id="rId4"/>
    <p:sldId id="261" r:id="rId5"/>
    <p:sldId id="4973" r:id="rId6"/>
    <p:sldId id="4974" r:id="rId7"/>
    <p:sldId id="4977" r:id="rId8"/>
    <p:sldId id="4978" r:id="rId9"/>
    <p:sldId id="4972" r:id="rId10"/>
    <p:sldId id="5026" r:id="rId11"/>
    <p:sldId id="5025" r:id="rId12"/>
    <p:sldId id="5024" r:id="rId13"/>
    <p:sldId id="5007" r:id="rId14"/>
    <p:sldId id="4998" r:id="rId15"/>
    <p:sldId id="5003" r:id="rId16"/>
    <p:sldId id="5023" r:id="rId17"/>
    <p:sldId id="5004" r:id="rId18"/>
    <p:sldId id="5002" r:id="rId19"/>
    <p:sldId id="4979" r:id="rId20"/>
    <p:sldId id="4990" r:id="rId21"/>
    <p:sldId id="5006" r:id="rId22"/>
    <p:sldId id="256" r:id="rId23"/>
    <p:sldId id="257" r:id="rId24"/>
    <p:sldId id="259" r:id="rId25"/>
    <p:sldId id="4981" r:id="rId26"/>
    <p:sldId id="4982" r:id="rId27"/>
    <p:sldId id="5008" r:id="rId28"/>
    <p:sldId id="5009" r:id="rId29"/>
    <p:sldId id="5010" r:id="rId30"/>
    <p:sldId id="5011" r:id="rId31"/>
    <p:sldId id="5012" r:id="rId32"/>
    <p:sldId id="5013" r:id="rId33"/>
    <p:sldId id="5018" r:id="rId34"/>
    <p:sldId id="5017" r:id="rId35"/>
    <p:sldId id="5020" r:id="rId36"/>
    <p:sldId id="5027" r:id="rId37"/>
    <p:sldId id="5014" r:id="rId38"/>
    <p:sldId id="5015" r:id="rId39"/>
    <p:sldId id="5021" r:id="rId40"/>
    <p:sldId id="5022" r:id="rId41"/>
    <p:sldId id="5016" r:id="rId42"/>
    <p:sldId id="5028" r:id="rId43"/>
    <p:sldId id="5019" r:id="rId44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tial Sketch" id="{C06204E7-49AF-46D5-98BD-64EA87AA5702}">
          <p14:sldIdLst>
            <p14:sldId id="4971"/>
            <p14:sldId id="4975"/>
            <p14:sldId id="261"/>
            <p14:sldId id="4973"/>
            <p14:sldId id="4974"/>
            <p14:sldId id="4977"/>
            <p14:sldId id="4978"/>
            <p14:sldId id="4972"/>
          </p14:sldIdLst>
        </p14:section>
        <p14:section name="diagrams" id="{B46DA199-8E00-42F0-8836-14C6B5A8A412}">
          <p14:sldIdLst>
            <p14:sldId id="5026"/>
            <p14:sldId id="5025"/>
            <p14:sldId id="5024"/>
          </p14:sldIdLst>
        </p14:section>
        <p14:section name="Connection" id="{8E15C91E-7ED9-43F0-BF35-9B781BBFDE35}">
          <p14:sldIdLst>
            <p14:sldId id="5007"/>
          </p14:sldIdLst>
        </p14:section>
        <p14:section name="Synchronization" id="{F7E2EA37-93DD-4C7A-AD7E-F617FC199F34}">
          <p14:sldIdLst>
            <p14:sldId id="4998"/>
            <p14:sldId id="5003"/>
            <p14:sldId id="5023"/>
            <p14:sldId id="5004"/>
          </p14:sldIdLst>
        </p14:section>
        <p14:section name="Signal Chains" id="{6B0AFAD4-22C6-4E91-98C4-626C646C879F}">
          <p14:sldIdLst>
            <p14:sldId id="5002"/>
            <p14:sldId id="4979"/>
            <p14:sldId id="4990"/>
            <p14:sldId id="5006"/>
            <p14:sldId id="256"/>
            <p14:sldId id="257"/>
            <p14:sldId id="259"/>
            <p14:sldId id="4981"/>
            <p14:sldId id="4982"/>
          </p14:sldIdLst>
        </p14:section>
        <p14:section name="dSPACE" id="{3CEFD6A3-03F1-45A1-B46A-FCF3AE0649D6}">
          <p14:sldIdLst>
            <p14:sldId id="5008"/>
            <p14:sldId id="5009"/>
            <p14:sldId id="5010"/>
            <p14:sldId id="5011"/>
            <p14:sldId id="5012"/>
            <p14:sldId id="5013"/>
          </p14:sldIdLst>
        </p14:section>
        <p14:section name="SUMO" id="{608FCB40-6392-43DE-8965-6BA2C556A667}">
          <p14:sldIdLst>
            <p14:sldId id="5018"/>
            <p14:sldId id="5017"/>
            <p14:sldId id="5020"/>
            <p14:sldId id="5027"/>
          </p14:sldIdLst>
        </p14:section>
        <p14:section name="VISSIM" id="{2625E960-8025-43D3-A1D3-A476674566DF}">
          <p14:sldIdLst>
            <p14:sldId id="5014"/>
            <p14:sldId id="5015"/>
            <p14:sldId id="5021"/>
            <p14:sldId id="5022"/>
            <p14:sldId id="5016"/>
          </p14:sldIdLst>
        </p14:section>
        <p14:section name="CarMaker" id="{DCED9745-CC5B-496A-98A8-A50CDAF2DD8E}">
          <p14:sldIdLst>
            <p14:sldId id="5028"/>
          </p14:sldIdLst>
        </p14:section>
        <p14:section name="archive" id="{FF3E0F01-58D8-406E-91A5-51327B883EB6}">
          <p14:sldIdLst>
            <p14:sldId id="501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59D4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4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30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69639780-992F-491B-8FA0-5FF99C4DF2CA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F2970FDB-7159-4CAA-B71B-4484A7236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617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22F407-AD7F-4755-9580-9B589826CE8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1939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22F407-AD7F-4755-9580-9B589826CE8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044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337BA4A-B024-42C0-AEE3-721B228F8259}"/>
              </a:ext>
            </a:extLst>
          </p:cNvPr>
          <p:cNvSpPr/>
          <p:nvPr/>
        </p:nvSpPr>
        <p:spPr>
          <a:xfrm>
            <a:off x="0" y="320040"/>
            <a:ext cx="274320" cy="51090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9E6EA7-E7F1-42F0-95B8-1B1A5A465AF6}"/>
              </a:ext>
            </a:extLst>
          </p:cNvPr>
          <p:cNvSpPr/>
          <p:nvPr/>
        </p:nvSpPr>
        <p:spPr>
          <a:xfrm>
            <a:off x="274320" y="320040"/>
            <a:ext cx="1412673" cy="510909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A5D040-4FD6-4BA1-AC81-B5CFF26CC67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4321" y="1074420"/>
            <a:ext cx="11334582" cy="423324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67160" y="5343835"/>
            <a:ext cx="53848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dirty="0">
                <a:solidFill>
                  <a:schemeClr val="tx1"/>
                </a:solidFill>
                <a:latin typeface="Century Gothic" panose="020B0502020202020204" pitchFamily="34" charset="0"/>
              </a:rPr>
              <a:t>ORNL is managed by UT-Battelle, LLC for the US Department of Energy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28736" y="1388962"/>
            <a:ext cx="8678194" cy="867930"/>
          </a:xfrm>
        </p:spPr>
        <p:txBody>
          <a:bodyPr/>
          <a:lstStyle>
            <a:lvl1pPr algn="l">
              <a:defRPr sz="2800" b="1" baseline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7481" y="3013455"/>
            <a:ext cx="5440514" cy="2028101"/>
          </a:xfrm>
        </p:spPr>
        <p:txBody>
          <a:bodyPr/>
          <a:lstStyle>
            <a:lvl1pPr marL="0" indent="0" algn="l">
              <a:buNone/>
              <a:defRPr sz="1800" b="1" baseline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5E99884-2636-4794-A093-0F9256951E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129" y="456244"/>
            <a:ext cx="1088136" cy="261860"/>
          </a:xfrm>
          <a:prstGeom prst="rect">
            <a:avLst/>
          </a:prstGeom>
        </p:spPr>
      </p:pic>
      <p:sp>
        <p:nvSpPr>
          <p:cNvPr id="15" name="Freeform 7">
            <a:extLst>
              <a:ext uri="{FF2B5EF4-FFF2-40B4-BE49-F238E27FC236}">
                <a16:creationId xmlns:a16="http://schemas.microsoft.com/office/drawing/2014/main" id="{454A96CC-B6D3-471D-892D-1DBFEFBD0D12}"/>
              </a:ext>
            </a:extLst>
          </p:cNvPr>
          <p:cNvSpPr>
            <a:spLocks/>
          </p:cNvSpPr>
          <p:nvPr/>
        </p:nvSpPr>
        <p:spPr bwMode="auto">
          <a:xfrm>
            <a:off x="6096000" y="0"/>
            <a:ext cx="6096000" cy="6858000"/>
          </a:xfrm>
          <a:custGeom>
            <a:avLst/>
            <a:gdLst>
              <a:gd name="T0" fmla="*/ 3049 w 3388"/>
              <a:gd name="T1" fmla="*/ 0 h 3815"/>
              <a:gd name="T2" fmla="*/ 3049 w 3388"/>
              <a:gd name="T3" fmla="*/ 2951 h 3815"/>
              <a:gd name="T4" fmla="*/ 0 w 3388"/>
              <a:gd name="T5" fmla="*/ 2951 h 3815"/>
              <a:gd name="T6" fmla="*/ 0 w 3388"/>
              <a:gd name="T7" fmla="*/ 3815 h 3815"/>
              <a:gd name="T8" fmla="*/ 3388 w 3388"/>
              <a:gd name="T9" fmla="*/ 3815 h 3815"/>
              <a:gd name="T10" fmla="*/ 3388 w 3388"/>
              <a:gd name="T11" fmla="*/ 2969 h 3815"/>
              <a:gd name="T12" fmla="*/ 3388 w 3388"/>
              <a:gd name="T13" fmla="*/ 2951 h 3815"/>
              <a:gd name="T14" fmla="*/ 3388 w 3388"/>
              <a:gd name="T15" fmla="*/ 0 h 3815"/>
              <a:gd name="T16" fmla="*/ 3049 w 3388"/>
              <a:gd name="T17" fmla="*/ 0 h 38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88" h="3815">
                <a:moveTo>
                  <a:pt x="3049" y="0"/>
                </a:moveTo>
                <a:lnTo>
                  <a:pt x="3049" y="2951"/>
                </a:lnTo>
                <a:lnTo>
                  <a:pt x="0" y="2951"/>
                </a:lnTo>
                <a:lnTo>
                  <a:pt x="0" y="3815"/>
                </a:lnTo>
                <a:lnTo>
                  <a:pt x="3388" y="3815"/>
                </a:lnTo>
                <a:lnTo>
                  <a:pt x="3388" y="2969"/>
                </a:lnTo>
                <a:lnTo>
                  <a:pt x="3388" y="2951"/>
                </a:lnTo>
                <a:lnTo>
                  <a:pt x="3388" y="0"/>
                </a:lnTo>
                <a:lnTo>
                  <a:pt x="3049" y="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15436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075808F-0ED2-4068-A4D0-F388ACD18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03" y="6449209"/>
            <a:ext cx="2020824" cy="3108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7" y="274320"/>
            <a:ext cx="11430000" cy="480131"/>
          </a:xfrm>
        </p:spPr>
        <p:txBody>
          <a:bodyPr/>
          <a:lstStyle>
            <a:lvl1pPr>
              <a:lnSpc>
                <a:spcPct val="90000"/>
              </a:lnSpc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055" y="1064186"/>
            <a:ext cx="11430000" cy="4047778"/>
          </a:xfrm>
        </p:spPr>
        <p:txBody>
          <a:bodyPr/>
          <a:lstStyle>
            <a:lvl1pPr marL="288925" indent="-288925">
              <a:lnSpc>
                <a:spcPct val="105000"/>
              </a:lnSpc>
              <a:spcBef>
                <a:spcPts val="1200"/>
              </a:spcBef>
              <a:buClr>
                <a:schemeClr val="tx1"/>
              </a:buClr>
              <a:buSzPct val="90000"/>
              <a:buFont typeface="Century Gothic" panose="020B0502020202020204" pitchFamily="34" charset="0"/>
              <a:buChar char="•"/>
              <a:defRPr lang="en-US" sz="2400" b="1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25475" indent="-227013">
              <a:lnSpc>
                <a:spcPct val="105000"/>
              </a:lnSpc>
              <a:spcBef>
                <a:spcPts val="600"/>
              </a:spcBef>
              <a:buClr>
                <a:schemeClr val="tx1"/>
              </a:buClr>
              <a:buSzPct val="90000"/>
              <a:buFont typeface="Century Gothic" panose="020B0502020202020204" pitchFamily="34" charset="0"/>
              <a:buChar char="–"/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969963" indent="-227013">
              <a:lnSpc>
                <a:spcPct val="105000"/>
              </a:lnSpc>
              <a:buClr>
                <a:schemeClr val="tx1"/>
              </a:buClr>
              <a:buSzPct val="90000"/>
              <a:buFont typeface="Century Gothic" panose="020B0502020202020204" pitchFamily="34" charset="0"/>
              <a:buChar char="•"/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buClr>
                <a:schemeClr val="tx1"/>
              </a:buClr>
              <a:defRPr>
                <a:latin typeface="+mn-lt"/>
                <a:cs typeface="Arial" panose="020B0604020202020204" pitchFamily="34" charset="0"/>
              </a:defRPr>
            </a:lvl4pPr>
            <a:lvl5pPr marL="1482725" indent="-222250">
              <a:buClr>
                <a:schemeClr val="tx1"/>
              </a:buClr>
              <a:buFont typeface="Arial" panose="020B0604020202020204" pitchFamily="34" charset="0"/>
              <a:buChar char="•"/>
              <a:defRPr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85FFDA-509C-4548-B17D-5409853CA429}"/>
              </a:ext>
            </a:extLst>
          </p:cNvPr>
          <p:cNvSpPr/>
          <p:nvPr/>
        </p:nvSpPr>
        <p:spPr>
          <a:xfrm>
            <a:off x="0" y="320040"/>
            <a:ext cx="274320" cy="653795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D9F2534-297B-446C-B822-74E3C23864F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-4391" y="6626132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900" b="1" smtClean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900" b="1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8" name="Rectangle 256">
            <a:extLst>
              <a:ext uri="{FF2B5EF4-FFF2-40B4-BE49-F238E27FC236}">
                <a16:creationId xmlns:a16="http://schemas.microsoft.com/office/drawing/2014/main" id="{6349825E-C749-4CDB-BDE4-DDAFE00D2BF9}"/>
              </a:ext>
            </a:extLst>
          </p:cNvPr>
          <p:cNvSpPr txBox="1">
            <a:spLocks noChangeArrowheads="1"/>
          </p:cNvSpPr>
          <p:nvPr/>
        </p:nvSpPr>
        <p:spPr>
          <a:xfrm>
            <a:off x="8010282" y="6583680"/>
            <a:ext cx="3860800" cy="182562"/>
          </a:xfrm>
          <a:prstGeom prst="rect">
            <a:avLst/>
          </a:prstGeom>
          <a:ln/>
        </p:spPr>
        <p:txBody>
          <a:bodyPr anchor="ctr"/>
          <a:lstStyle/>
          <a:p>
            <a:pPr algn="r"/>
            <a:r>
              <a:rPr lang="en-US" sz="1000" dirty="0">
                <a:solidFill>
                  <a:srgbClr val="BFBFBF"/>
                </a:solidFill>
                <a:latin typeface="+mn-lt"/>
                <a:cs typeface="Arial" pitchFamily="34" charset="0"/>
              </a:rPr>
              <a:t> </a:t>
            </a:r>
          </a:p>
        </p:txBody>
      </p:sp>
      <p:sp>
        <p:nvSpPr>
          <p:cNvPr id="11" name="Rectangle 256">
            <a:extLst>
              <a:ext uri="{FF2B5EF4-FFF2-40B4-BE49-F238E27FC236}">
                <a16:creationId xmlns:a16="http://schemas.microsoft.com/office/drawing/2014/main" id="{8F76FC54-2087-409A-91BF-D5F8A238CB8A}"/>
              </a:ext>
            </a:extLst>
          </p:cNvPr>
          <p:cNvSpPr txBox="1">
            <a:spLocks noChangeArrowheads="1"/>
          </p:cNvSpPr>
          <p:nvPr/>
        </p:nvSpPr>
        <p:spPr>
          <a:xfrm>
            <a:off x="7879797" y="6534851"/>
            <a:ext cx="4185374" cy="182562"/>
          </a:xfrm>
          <a:prstGeom prst="rect">
            <a:avLst/>
          </a:prstGeom>
          <a:ln/>
        </p:spPr>
        <p:txBody>
          <a:bodyPr anchor="ctr"/>
          <a:lstStyle/>
          <a:p>
            <a:pPr algn="r"/>
            <a:r>
              <a:rPr lang="en-US" sz="800" b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ORNL- Internal Use Only </a:t>
            </a:r>
          </a:p>
        </p:txBody>
      </p:sp>
    </p:spTree>
    <p:extLst>
      <p:ext uri="{BB962C8B-B14F-4D97-AF65-F5344CB8AC3E}">
        <p14:creationId xmlns:p14="http://schemas.microsoft.com/office/powerpoint/2010/main" val="4023920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7DAB3A-4154-42CC-B73A-07DD412DD14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401" b="-1"/>
          <a:stretch/>
        </p:blipFill>
        <p:spPr>
          <a:xfrm>
            <a:off x="6095998" y="1078992"/>
            <a:ext cx="5535025" cy="422867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679D6E9-7CB6-4816-BA71-A98C108727C8}"/>
              </a:ext>
            </a:extLst>
          </p:cNvPr>
          <p:cNvSpPr/>
          <p:nvPr/>
        </p:nvSpPr>
        <p:spPr>
          <a:xfrm>
            <a:off x="274320" y="1078992"/>
            <a:ext cx="5821680" cy="4228673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F2F47A-E421-4CE0-A746-76A8C436B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352479"/>
            <a:ext cx="5413469" cy="480131"/>
          </a:xfrm>
        </p:spPr>
        <p:txBody>
          <a:bodyPr/>
          <a:lstStyle>
            <a:lvl1pPr>
              <a:defRPr sz="28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6068FB31-3CF5-496E-BC0D-61D682234A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12217" y="2891883"/>
            <a:ext cx="5431021" cy="2252546"/>
          </a:xfrm>
        </p:spPr>
        <p:txBody>
          <a:bodyPr/>
          <a:lstStyle>
            <a:lvl1pPr marL="287338" indent="-287338">
              <a:buClr>
                <a:schemeClr val="tx1"/>
              </a:buClr>
              <a:buFont typeface="Century Gothic" panose="020B0502020202020204" pitchFamily="34" charset="0"/>
              <a:buChar char="•"/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8975" indent="-285750">
              <a:buClr>
                <a:schemeClr val="tx1"/>
              </a:buClr>
              <a:buFont typeface="Century Gothic" panose="020B0502020202020204" pitchFamily="34" charset="0"/>
              <a:buChar char="–"/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1600"/>
            </a:lvl3pPr>
            <a:lvl4pPr>
              <a:defRPr sz="1400"/>
            </a:lvl4pPr>
            <a:lvl5pPr marL="1482725" indent="-2222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8ACC93F-6123-3F49-8C15-4A811AF8B7BB}"/>
              </a:ext>
            </a:extLst>
          </p:cNvPr>
          <p:cNvSpPr/>
          <p:nvPr/>
        </p:nvSpPr>
        <p:spPr>
          <a:xfrm>
            <a:off x="0" y="320040"/>
            <a:ext cx="274320" cy="51090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756F41-5AD0-C346-AE90-A0206E07D1B9}"/>
              </a:ext>
            </a:extLst>
          </p:cNvPr>
          <p:cNvSpPr/>
          <p:nvPr/>
        </p:nvSpPr>
        <p:spPr>
          <a:xfrm>
            <a:off x="274320" y="320040"/>
            <a:ext cx="1412673" cy="510909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CE79036-1F33-40EB-AB47-F9529E5C3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129" y="456244"/>
            <a:ext cx="1088136" cy="261860"/>
          </a:xfrm>
          <a:prstGeom prst="rect">
            <a:avLst/>
          </a:prstGeom>
        </p:spPr>
      </p:pic>
      <p:sp>
        <p:nvSpPr>
          <p:cNvPr id="12" name="Freeform 7">
            <a:extLst>
              <a:ext uri="{FF2B5EF4-FFF2-40B4-BE49-F238E27FC236}">
                <a16:creationId xmlns:a16="http://schemas.microsoft.com/office/drawing/2014/main" id="{3E861E90-11A2-4A0B-85EB-1A2865C9A48F}"/>
              </a:ext>
            </a:extLst>
          </p:cNvPr>
          <p:cNvSpPr>
            <a:spLocks/>
          </p:cNvSpPr>
          <p:nvPr/>
        </p:nvSpPr>
        <p:spPr bwMode="auto">
          <a:xfrm>
            <a:off x="6096000" y="0"/>
            <a:ext cx="6096000" cy="6858000"/>
          </a:xfrm>
          <a:custGeom>
            <a:avLst/>
            <a:gdLst>
              <a:gd name="T0" fmla="*/ 3049 w 3388"/>
              <a:gd name="T1" fmla="*/ 0 h 3815"/>
              <a:gd name="T2" fmla="*/ 3049 w 3388"/>
              <a:gd name="T3" fmla="*/ 2951 h 3815"/>
              <a:gd name="T4" fmla="*/ 0 w 3388"/>
              <a:gd name="T5" fmla="*/ 2951 h 3815"/>
              <a:gd name="T6" fmla="*/ 0 w 3388"/>
              <a:gd name="T7" fmla="*/ 3815 h 3815"/>
              <a:gd name="T8" fmla="*/ 3388 w 3388"/>
              <a:gd name="T9" fmla="*/ 3815 h 3815"/>
              <a:gd name="T10" fmla="*/ 3388 w 3388"/>
              <a:gd name="T11" fmla="*/ 2969 h 3815"/>
              <a:gd name="T12" fmla="*/ 3388 w 3388"/>
              <a:gd name="T13" fmla="*/ 2951 h 3815"/>
              <a:gd name="T14" fmla="*/ 3388 w 3388"/>
              <a:gd name="T15" fmla="*/ 0 h 3815"/>
              <a:gd name="T16" fmla="*/ 3049 w 3388"/>
              <a:gd name="T17" fmla="*/ 0 h 38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88" h="3815">
                <a:moveTo>
                  <a:pt x="3049" y="0"/>
                </a:moveTo>
                <a:lnTo>
                  <a:pt x="3049" y="2951"/>
                </a:lnTo>
                <a:lnTo>
                  <a:pt x="0" y="2951"/>
                </a:lnTo>
                <a:lnTo>
                  <a:pt x="0" y="3815"/>
                </a:lnTo>
                <a:lnTo>
                  <a:pt x="3388" y="3815"/>
                </a:lnTo>
                <a:lnTo>
                  <a:pt x="3388" y="2969"/>
                </a:lnTo>
                <a:lnTo>
                  <a:pt x="3388" y="2951"/>
                </a:lnTo>
                <a:lnTo>
                  <a:pt x="3388" y="0"/>
                </a:lnTo>
                <a:lnTo>
                  <a:pt x="3049" y="0"/>
                </a:lnTo>
                <a:close/>
              </a:path>
            </a:pathLst>
          </a:custGeom>
          <a:solidFill>
            <a:srgbClr val="CBCBC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1998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k green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297E105-7258-44FF-A52D-AF405061854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96" t="1" r="-401" b="-3"/>
          <a:stretch/>
        </p:blipFill>
        <p:spPr>
          <a:xfrm>
            <a:off x="6120138" y="0"/>
            <a:ext cx="609388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B2B7B28-61F3-40A9-ADEA-9658171D3710}"/>
              </a:ext>
            </a:extLst>
          </p:cNvPr>
          <p:cNvSpPr/>
          <p:nvPr/>
        </p:nvSpPr>
        <p:spPr>
          <a:xfrm>
            <a:off x="6095637" y="0"/>
            <a:ext cx="5486764" cy="5300663"/>
          </a:xfrm>
          <a:prstGeom prst="rect">
            <a:avLst/>
          </a:prstGeom>
          <a:solidFill>
            <a:schemeClr val="bg1"/>
          </a:solidFill>
          <a:ln w="38100">
            <a:noFill/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ED81066A-C24A-4E74-9351-F12B6561E2D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5637" y="1083755"/>
            <a:ext cx="5486764" cy="421929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3439C5-4231-ED43-91B8-86779195C116}"/>
              </a:ext>
            </a:extLst>
          </p:cNvPr>
          <p:cNvSpPr/>
          <p:nvPr/>
        </p:nvSpPr>
        <p:spPr>
          <a:xfrm>
            <a:off x="0" y="320040"/>
            <a:ext cx="274320" cy="51090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C7DBBE-95AC-E843-979A-A1A45836011E}"/>
              </a:ext>
            </a:extLst>
          </p:cNvPr>
          <p:cNvSpPr/>
          <p:nvPr/>
        </p:nvSpPr>
        <p:spPr>
          <a:xfrm>
            <a:off x="274320" y="320040"/>
            <a:ext cx="1412673" cy="510909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29C1BABE-6AB9-4F04-A1D6-C28E4287362E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-4391" y="6626132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90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D325F85-B4F1-4C5D-855D-1BE9D9C17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129" y="456244"/>
            <a:ext cx="1088136" cy="261860"/>
          </a:xfrm>
          <a:prstGeom prst="rect">
            <a:avLst/>
          </a:prstGeom>
        </p:spPr>
      </p:pic>
      <p:sp>
        <p:nvSpPr>
          <p:cNvPr id="10" name="Line 5">
            <a:extLst>
              <a:ext uri="{FF2B5EF4-FFF2-40B4-BE49-F238E27FC236}">
                <a16:creationId xmlns:a16="http://schemas.microsoft.com/office/drawing/2014/main" id="{1F888CF4-3F65-4925-A47B-614AFCDC0550}"/>
              </a:ext>
            </a:extLst>
          </p:cNvPr>
          <p:cNvSpPr>
            <a:spLocks noChangeShapeType="1"/>
          </p:cNvSpPr>
          <p:nvPr/>
        </p:nvSpPr>
        <p:spPr bwMode="auto">
          <a:xfrm>
            <a:off x="8004175" y="822325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8" name="Line 6">
            <a:extLst>
              <a:ext uri="{FF2B5EF4-FFF2-40B4-BE49-F238E27FC236}">
                <a16:creationId xmlns:a16="http://schemas.microsoft.com/office/drawing/2014/main" id="{4CFFE01C-81C8-4437-B6F5-7BAAEE5FC29F}"/>
              </a:ext>
            </a:extLst>
          </p:cNvPr>
          <p:cNvSpPr>
            <a:spLocks noChangeShapeType="1"/>
          </p:cNvSpPr>
          <p:nvPr/>
        </p:nvSpPr>
        <p:spPr bwMode="auto">
          <a:xfrm>
            <a:off x="8004175" y="822325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272F0CA-07C0-447D-AD25-74BF79400D69}"/>
              </a:ext>
            </a:extLst>
          </p:cNvPr>
          <p:cNvSpPr/>
          <p:nvPr/>
        </p:nvSpPr>
        <p:spPr>
          <a:xfrm>
            <a:off x="274320" y="1078992"/>
            <a:ext cx="5821680" cy="4221671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FEC37E6-9CB3-42BD-92E2-21279E626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352479"/>
            <a:ext cx="5413469" cy="480131"/>
          </a:xfrm>
        </p:spPr>
        <p:txBody>
          <a:bodyPr/>
          <a:lstStyle>
            <a:lvl1pPr>
              <a:defRPr sz="28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5C35D772-C537-4531-8563-128B2CED58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12217" y="2891883"/>
            <a:ext cx="5431021" cy="2252546"/>
          </a:xfrm>
        </p:spPr>
        <p:txBody>
          <a:bodyPr/>
          <a:lstStyle>
            <a:lvl1pPr marL="287338" indent="-287338">
              <a:buClr>
                <a:schemeClr val="tx1"/>
              </a:buClr>
              <a:buFont typeface="Century Gothic" panose="020B0502020202020204" pitchFamily="34" charset="0"/>
              <a:buChar char="•"/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8975" indent="-285750">
              <a:buClr>
                <a:schemeClr val="tx1"/>
              </a:buClr>
              <a:buFont typeface="Century Gothic" panose="020B0502020202020204" pitchFamily="34" charset="0"/>
              <a:buChar char="–"/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1600"/>
            </a:lvl3pPr>
            <a:lvl4pPr>
              <a:defRPr sz="1400"/>
            </a:lvl4pPr>
            <a:lvl5pPr marL="1482725" indent="-2222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935653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885FFDA-509C-4548-B17D-5409853CA429}"/>
              </a:ext>
            </a:extLst>
          </p:cNvPr>
          <p:cNvSpPr/>
          <p:nvPr/>
        </p:nvSpPr>
        <p:spPr>
          <a:xfrm>
            <a:off x="0" y="320040"/>
            <a:ext cx="274320" cy="653795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274320"/>
            <a:ext cx="11425236" cy="535531"/>
          </a:xfrm>
        </p:spPr>
        <p:txBody>
          <a:bodyPr/>
          <a:lstStyle>
            <a:lvl1pPr>
              <a:lnSpc>
                <a:spcPct val="90000"/>
              </a:lnSpc>
              <a:defRPr sz="320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D9F2534-297B-446C-B822-74E3C23864F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-4391" y="6626132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90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911F93-34D4-49C9-8A88-C4DDE1F1E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129" y="6477000"/>
            <a:ext cx="1088136" cy="261860"/>
          </a:xfrm>
          <a:prstGeom prst="rect">
            <a:avLst/>
          </a:prstGeom>
        </p:spPr>
      </p:pic>
      <p:sp>
        <p:nvSpPr>
          <p:cNvPr id="7" name="Rectangle 256">
            <a:extLst>
              <a:ext uri="{FF2B5EF4-FFF2-40B4-BE49-F238E27FC236}">
                <a16:creationId xmlns:a16="http://schemas.microsoft.com/office/drawing/2014/main" id="{BF6A1C92-1EE6-4390-85D8-ACD208CF9DB8}"/>
              </a:ext>
            </a:extLst>
          </p:cNvPr>
          <p:cNvSpPr txBox="1">
            <a:spLocks noChangeArrowheads="1"/>
          </p:cNvSpPr>
          <p:nvPr/>
        </p:nvSpPr>
        <p:spPr>
          <a:xfrm>
            <a:off x="8010282" y="6583680"/>
            <a:ext cx="3860800" cy="182562"/>
          </a:xfrm>
          <a:prstGeom prst="rect">
            <a:avLst/>
          </a:prstGeom>
          <a:ln/>
        </p:spPr>
        <p:txBody>
          <a:bodyPr anchor="ctr"/>
          <a:lstStyle/>
          <a:p>
            <a:pPr algn="r"/>
            <a:r>
              <a:rPr lang="en-US" sz="1000" dirty="0">
                <a:solidFill>
                  <a:srgbClr val="BFBFBF"/>
                </a:solidFill>
                <a:latin typeface="+mn-lt"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30712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D6DB211-F94D-644A-8C58-020193A03AAA}"/>
              </a:ext>
            </a:extLst>
          </p:cNvPr>
          <p:cNvSpPr/>
          <p:nvPr/>
        </p:nvSpPr>
        <p:spPr>
          <a:xfrm>
            <a:off x="0" y="320040"/>
            <a:ext cx="274320" cy="653795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274320"/>
            <a:ext cx="11504904" cy="535531"/>
          </a:xfrm>
        </p:spPr>
        <p:txBody>
          <a:bodyPr/>
          <a:lstStyle>
            <a:lvl1pPr>
              <a:lnSpc>
                <a:spcPct val="90000"/>
              </a:lnSpc>
              <a:defRPr sz="3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010" y="1444752"/>
            <a:ext cx="5507832" cy="821190"/>
          </a:xfrm>
        </p:spPr>
        <p:txBody>
          <a:bodyPr anchor="b"/>
          <a:lstStyle>
            <a:lvl1pPr marL="0" indent="0">
              <a:buNone/>
              <a:defRPr sz="2400" b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7010" y="2275467"/>
            <a:ext cx="5507832" cy="3373229"/>
          </a:xfrm>
        </p:spPr>
        <p:txBody>
          <a:bodyPr/>
          <a:lstStyle>
            <a:lvl1pPr marL="230188" indent="-230188">
              <a:buClr>
                <a:schemeClr val="tx1"/>
              </a:buClr>
              <a:buFont typeface="Century Gothic" panose="020B0502020202020204" pitchFamily="34" charset="0"/>
              <a:buChar char="•"/>
              <a:defRPr sz="200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25475" indent="-279400">
              <a:buClr>
                <a:schemeClr val="tx1"/>
              </a:buClr>
              <a:buSzPct val="90000"/>
              <a:buFont typeface="Century Gothic" panose="020B0502020202020204" pitchFamily="34" charset="0"/>
              <a:buChar char="–"/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914400" indent="-230188">
              <a:buClr>
                <a:schemeClr val="tx1"/>
              </a:buClr>
              <a:buFont typeface="Century Gothic" panose="020B0502020202020204" pitchFamily="34" charset="0"/>
              <a:buChar char="•"/>
              <a:defRPr sz="160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971550" indent="0">
              <a:buClr>
                <a:schemeClr val="tx1"/>
              </a:buClr>
              <a:buFont typeface="Century Gothic" panose="020B0502020202020204" pitchFamily="34" charset="0"/>
              <a:buNone/>
              <a:defRPr sz="1400">
                <a:latin typeface="+mn-lt"/>
              </a:defRPr>
            </a:lvl4pPr>
            <a:lvl5pPr marL="1482725" indent="-222250">
              <a:buClr>
                <a:schemeClr val="tx1"/>
              </a:buClr>
              <a:buFont typeface="Century Gothic" panose="020B0502020202020204" pitchFamily="34" charset="0"/>
              <a:buChar char="•"/>
              <a:defRPr sz="1600">
                <a:latin typeface="+mn-lt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444752"/>
            <a:ext cx="5504688" cy="821190"/>
          </a:xfrm>
        </p:spPr>
        <p:txBody>
          <a:bodyPr anchor="b"/>
          <a:lstStyle>
            <a:lvl1pPr marL="0" indent="0">
              <a:buNone/>
              <a:defRPr sz="2400" b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275467"/>
            <a:ext cx="5504688" cy="3373229"/>
          </a:xfrm>
        </p:spPr>
        <p:txBody>
          <a:bodyPr/>
          <a:lstStyle>
            <a:lvl1pPr marL="287338" indent="-287338">
              <a:buClr>
                <a:schemeClr val="tx1"/>
              </a:buClr>
              <a:buFont typeface="Century Gothic" panose="020B0502020202020204" pitchFamily="34" charset="0"/>
              <a:buChar char="•"/>
              <a:defRPr sz="200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25475" indent="-279400">
              <a:buClr>
                <a:schemeClr val="tx1"/>
              </a:buClr>
              <a:buSzPct val="90000"/>
              <a:buFont typeface="Century Gothic" panose="020B0502020202020204" pitchFamily="34" charset="0"/>
              <a:buChar char="–"/>
              <a:defRPr sz="1800" baseline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914400" indent="-230188">
              <a:buClr>
                <a:schemeClr val="tx1"/>
              </a:buClr>
              <a:buFont typeface="Century Gothic" panose="020B0502020202020204" pitchFamily="34" charset="0"/>
              <a:buChar char="•"/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144588" indent="-173038">
              <a:buClr>
                <a:schemeClr val="tx1"/>
              </a:buClr>
              <a:buFont typeface="Century Gothic" panose="020B0502020202020204" pitchFamily="34" charset="0"/>
              <a:buChar char="•"/>
              <a:defRPr sz="1400">
                <a:latin typeface="+mn-lt"/>
              </a:defRPr>
            </a:lvl4pPr>
            <a:lvl5pPr marL="1482725" indent="-222250">
              <a:buClr>
                <a:schemeClr val="tx1"/>
              </a:buClr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0C0632-ACDA-4D24-A2CC-14539B91BC5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-4391" y="6626132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90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EEDC71-13B7-4B76-A967-98C8665C4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129" y="6486525"/>
            <a:ext cx="1088136" cy="261860"/>
          </a:xfrm>
          <a:prstGeom prst="rect">
            <a:avLst/>
          </a:prstGeom>
        </p:spPr>
      </p:pic>
      <p:sp>
        <p:nvSpPr>
          <p:cNvPr id="12" name="Rectangle 256">
            <a:extLst>
              <a:ext uri="{FF2B5EF4-FFF2-40B4-BE49-F238E27FC236}">
                <a16:creationId xmlns:a16="http://schemas.microsoft.com/office/drawing/2014/main" id="{0ED8B866-A29F-4437-842E-6B7908B2FB7D}"/>
              </a:ext>
            </a:extLst>
          </p:cNvPr>
          <p:cNvSpPr txBox="1">
            <a:spLocks noChangeArrowheads="1"/>
          </p:cNvSpPr>
          <p:nvPr/>
        </p:nvSpPr>
        <p:spPr>
          <a:xfrm>
            <a:off x="8010282" y="6583680"/>
            <a:ext cx="3860800" cy="182562"/>
          </a:xfrm>
          <a:prstGeom prst="rect">
            <a:avLst/>
          </a:prstGeom>
          <a:ln/>
        </p:spPr>
        <p:txBody>
          <a:bodyPr anchor="ctr"/>
          <a:lstStyle/>
          <a:p>
            <a:pPr algn="r"/>
            <a:r>
              <a:rPr lang="en-US" sz="1000" dirty="0">
                <a:solidFill>
                  <a:srgbClr val="BFBFBF"/>
                </a:solidFill>
                <a:latin typeface="+mn-lt"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56871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3 content boxes with reverse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7FC5867-1737-E84C-B42D-608A49EBBAA6}"/>
              </a:ext>
            </a:extLst>
          </p:cNvPr>
          <p:cNvSpPr/>
          <p:nvPr/>
        </p:nvSpPr>
        <p:spPr>
          <a:xfrm>
            <a:off x="0" y="320040"/>
            <a:ext cx="274320" cy="653795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274320"/>
            <a:ext cx="11504904" cy="535531"/>
          </a:xfrm>
        </p:spPr>
        <p:txBody>
          <a:bodyPr/>
          <a:lstStyle>
            <a:lvl1pPr>
              <a:lnSpc>
                <a:spcPct val="9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6696" y="1387602"/>
            <a:ext cx="3610478" cy="821190"/>
          </a:xfr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tIns="91440" bIns="91440" anchor="b"/>
          <a:lstStyle>
            <a:lvl1pPr marL="0" indent="0">
              <a:lnSpc>
                <a:spcPct val="90000"/>
              </a:lnSpc>
              <a:buNone/>
              <a:defRPr sz="20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6696" y="2208792"/>
            <a:ext cx="3610478" cy="3813071"/>
          </a:xfrm>
          <a:ln w="12700">
            <a:gradFill flip="none" rotWithShape="1">
              <a:gsLst>
                <a:gs pos="0">
                  <a:schemeClr val="bg1">
                    <a:alpha val="0"/>
                  </a:schemeClr>
                </a:gs>
                <a:gs pos="100000">
                  <a:schemeClr val="tx2"/>
                </a:gs>
              </a:gsLst>
              <a:lin ang="16200000" scaled="1"/>
              <a:tileRect/>
            </a:gradFill>
          </a:ln>
        </p:spPr>
        <p:txBody>
          <a:bodyPr tIns="91440" bIns="91440"/>
          <a:lstStyle>
            <a:lvl1pPr marL="227013" indent="-227013">
              <a:lnSpc>
                <a:spcPct val="90000"/>
              </a:lnSpc>
              <a:buClr>
                <a:schemeClr val="tx1"/>
              </a:buClr>
              <a:buFont typeface="Century Gothic" panose="020B0502020202020204" pitchFamily="34" charset="0"/>
              <a:buChar char="•"/>
              <a:defRPr sz="1800" baseline="0"/>
            </a:lvl1pPr>
            <a:lvl2pPr marL="514350" indent="-225425">
              <a:lnSpc>
                <a:spcPct val="90000"/>
              </a:lnSpc>
              <a:buClr>
                <a:schemeClr val="tx1"/>
              </a:buClr>
              <a:buSzPct val="90000"/>
              <a:buFont typeface="Century Gothic" panose="020B0502020202020204" pitchFamily="34" charset="0"/>
              <a:buChar char="–"/>
              <a:defRPr sz="1600" baseline="0"/>
            </a:lvl2pPr>
            <a:lvl3pPr marL="742950" indent="-173038">
              <a:lnSpc>
                <a:spcPct val="90000"/>
              </a:lnSpc>
              <a:buClr>
                <a:schemeClr val="tx1"/>
              </a:buClr>
              <a:buFont typeface="Century Gothic" panose="020B0502020202020204" pitchFamily="34" charset="0"/>
              <a:buChar char="•"/>
              <a:defRPr sz="1400"/>
            </a:lvl3pPr>
            <a:lvl4pPr marL="1144588" indent="-173038">
              <a:lnSpc>
                <a:spcPct val="90000"/>
              </a:lnSpc>
              <a:buClr>
                <a:schemeClr val="tx1"/>
              </a:buClr>
              <a:buSzPct val="90000"/>
              <a:buFont typeface="Century Gothic" panose="020B0502020202020204" pitchFamily="34" charset="0"/>
              <a:buChar char="–"/>
              <a:defRPr sz="1200"/>
            </a:lvl4pPr>
            <a:lvl5pPr marL="1482725" indent="-222250">
              <a:lnSpc>
                <a:spcPct val="9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3659" y="1387602"/>
            <a:ext cx="3608418" cy="821190"/>
          </a:xfr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tIns="91440" bIns="91440" anchor="b"/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3659" y="2213184"/>
            <a:ext cx="3608418" cy="3813071"/>
          </a:xfrm>
          <a:ln w="12700">
            <a:gradFill flip="none" rotWithShape="1">
              <a:gsLst>
                <a:gs pos="0">
                  <a:schemeClr val="bg1">
                    <a:alpha val="0"/>
                  </a:schemeClr>
                </a:gs>
                <a:gs pos="100000">
                  <a:schemeClr val="tx2"/>
                </a:gs>
              </a:gsLst>
              <a:lin ang="16200000" scaled="1"/>
              <a:tileRect/>
            </a:gradFill>
          </a:ln>
        </p:spPr>
        <p:txBody>
          <a:bodyPr tIns="91440" bIns="91440"/>
          <a:lstStyle>
            <a:lvl1pPr marL="227013" indent="-227013">
              <a:lnSpc>
                <a:spcPct val="90000"/>
              </a:lnSpc>
              <a:buClr>
                <a:schemeClr val="tx1"/>
              </a:buClr>
              <a:buFont typeface="Century Gothic" panose="020B0502020202020204" pitchFamily="34" charset="0"/>
              <a:buChar char="•"/>
              <a:defRPr sz="1800"/>
            </a:lvl1pPr>
            <a:lvl2pPr marL="460375" indent="-171450">
              <a:lnSpc>
                <a:spcPct val="90000"/>
              </a:lnSpc>
              <a:buClr>
                <a:schemeClr val="tx1"/>
              </a:buClr>
              <a:buSzPct val="90000"/>
              <a:buFont typeface="Century Gothic" panose="020B0502020202020204" pitchFamily="34" charset="0"/>
              <a:buChar char="–"/>
              <a:defRPr lang="en-US" sz="1600" kern="1200" baseline="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742950" indent="-173038">
              <a:lnSpc>
                <a:spcPct val="90000"/>
              </a:lnSpc>
              <a:buClr>
                <a:schemeClr val="tx1"/>
              </a:buClr>
              <a:buFont typeface="Century Gothic" panose="020B0502020202020204" pitchFamily="34" charset="0"/>
              <a:buChar char="•"/>
              <a:defRPr sz="1400"/>
            </a:lvl3pPr>
            <a:lvl4pPr marL="1144588" indent="-173038">
              <a:lnSpc>
                <a:spcPct val="90000"/>
              </a:lnSpc>
              <a:buClr>
                <a:schemeClr val="tx1"/>
              </a:buClr>
              <a:buSzPct val="90000"/>
              <a:buFont typeface="Century Gothic" panose="020B0502020202020204" pitchFamily="34" charset="0"/>
              <a:buChar char="–"/>
              <a:defRPr sz="1200"/>
            </a:lvl4pPr>
            <a:lvl5pPr marL="1482725" indent="-222250">
              <a:lnSpc>
                <a:spcPct val="90000"/>
              </a:lnSpc>
              <a:buClr>
                <a:schemeClr val="tx1"/>
              </a:buClr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9D91D4C-0C90-4594-94C2-E939B6EF57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248562" y="1387602"/>
            <a:ext cx="3608418" cy="821190"/>
          </a:xfr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tIns="91440" bIns="91440" anchor="b"/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E1A87D9D-30BD-4BC1-AB79-1F900F87185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248562" y="2213184"/>
            <a:ext cx="3608418" cy="3813071"/>
          </a:xfrm>
          <a:ln w="12700">
            <a:gradFill flip="none" rotWithShape="1">
              <a:gsLst>
                <a:gs pos="0">
                  <a:schemeClr val="bg1">
                    <a:alpha val="0"/>
                  </a:schemeClr>
                </a:gs>
                <a:gs pos="100000">
                  <a:schemeClr val="tx2"/>
                </a:gs>
              </a:gsLst>
              <a:lin ang="16200000" scaled="1"/>
              <a:tileRect/>
            </a:gradFill>
          </a:ln>
        </p:spPr>
        <p:txBody>
          <a:bodyPr tIns="91440" bIns="91440"/>
          <a:lstStyle>
            <a:lvl1pPr marL="227013" indent="-227013">
              <a:lnSpc>
                <a:spcPct val="90000"/>
              </a:lnSpc>
              <a:buClr>
                <a:schemeClr val="tx1"/>
              </a:buClr>
              <a:buFont typeface="Century Gothic" panose="020B0502020202020204" pitchFamily="34" charset="0"/>
              <a:buChar char="•"/>
              <a:defRPr sz="1800"/>
            </a:lvl1pPr>
            <a:lvl2pPr marL="460375" indent="-171450">
              <a:lnSpc>
                <a:spcPct val="90000"/>
              </a:lnSpc>
              <a:buClr>
                <a:schemeClr val="tx1"/>
              </a:buClr>
              <a:buSzPct val="90000"/>
              <a:buFont typeface="Century Gothic" panose="020B0502020202020204" pitchFamily="34" charset="0"/>
              <a:buChar char="–"/>
              <a:defRPr lang="en-US" sz="1600" kern="1200" baseline="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742950" indent="-173038">
              <a:lnSpc>
                <a:spcPct val="90000"/>
              </a:lnSpc>
              <a:buClr>
                <a:schemeClr val="tx1"/>
              </a:buClr>
              <a:buFont typeface="Century Gothic" panose="020B0502020202020204" pitchFamily="34" charset="0"/>
              <a:buChar char="•"/>
              <a:defRPr sz="1400"/>
            </a:lvl3pPr>
            <a:lvl4pPr marL="1144588" indent="-173038">
              <a:lnSpc>
                <a:spcPct val="90000"/>
              </a:lnSpc>
              <a:buClr>
                <a:schemeClr val="tx1"/>
              </a:buClr>
              <a:buSzPct val="90000"/>
              <a:buFont typeface="Century Gothic" panose="020B0502020202020204" pitchFamily="34" charset="0"/>
              <a:buChar char="–"/>
              <a:defRPr sz="1200"/>
            </a:lvl4pPr>
            <a:lvl5pPr marL="1482725" indent="-222250">
              <a:lnSpc>
                <a:spcPct val="90000"/>
              </a:lnSpc>
              <a:buClr>
                <a:schemeClr val="tx1"/>
              </a:buClr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4B83B09-CF3A-4A36-84C0-D32086A13DE2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-4391" y="6626132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90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7690CFA-BCE4-4BCB-BADE-0862029B1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129" y="6477000"/>
            <a:ext cx="1088136" cy="261860"/>
          </a:xfrm>
          <a:prstGeom prst="rect">
            <a:avLst/>
          </a:prstGeom>
        </p:spPr>
      </p:pic>
      <p:sp>
        <p:nvSpPr>
          <p:cNvPr id="14" name="Rectangle 256">
            <a:extLst>
              <a:ext uri="{FF2B5EF4-FFF2-40B4-BE49-F238E27FC236}">
                <a16:creationId xmlns:a16="http://schemas.microsoft.com/office/drawing/2014/main" id="{B764CAE0-734A-4D16-BDA1-3E43A810370F}"/>
              </a:ext>
            </a:extLst>
          </p:cNvPr>
          <p:cNvSpPr txBox="1">
            <a:spLocks noChangeArrowheads="1"/>
          </p:cNvSpPr>
          <p:nvPr/>
        </p:nvSpPr>
        <p:spPr>
          <a:xfrm>
            <a:off x="8010282" y="6583680"/>
            <a:ext cx="3860800" cy="182562"/>
          </a:xfrm>
          <a:prstGeom prst="rect">
            <a:avLst/>
          </a:prstGeom>
          <a:ln/>
        </p:spPr>
        <p:txBody>
          <a:bodyPr anchor="ctr"/>
          <a:lstStyle/>
          <a:p>
            <a:pPr algn="r"/>
            <a:r>
              <a:rPr lang="en-US" sz="1000" dirty="0">
                <a:solidFill>
                  <a:srgbClr val="BFBFBF"/>
                </a:solidFill>
                <a:latin typeface="+mn-lt"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18132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3 section science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1DC80716-D7F2-40BD-B894-87B7C5521D93}"/>
              </a:ext>
            </a:extLst>
          </p:cNvPr>
          <p:cNvSpPr/>
          <p:nvPr/>
        </p:nvSpPr>
        <p:spPr>
          <a:xfrm>
            <a:off x="274320" y="1435551"/>
            <a:ext cx="5840756" cy="5224413"/>
          </a:xfrm>
          <a:prstGeom prst="rect">
            <a:avLst/>
          </a:prstGeom>
          <a:gradFill flip="none" rotWithShape="1">
            <a:gsLst>
              <a:gs pos="52000">
                <a:schemeClr val="bg1">
                  <a:lumMod val="95000"/>
                </a:schemeClr>
              </a:gs>
              <a:gs pos="0">
                <a:schemeClr val="bg2">
                  <a:alpha val="0"/>
                </a:schemeClr>
              </a:gs>
              <a:gs pos="100000">
                <a:srgbClr val="CFCFCF"/>
              </a:gs>
            </a:gsLst>
            <a:lin ang="162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772E6C0-3363-4678-BD7B-839981CFEC1B}"/>
              </a:ext>
            </a:extLst>
          </p:cNvPr>
          <p:cNvSpPr/>
          <p:nvPr/>
        </p:nvSpPr>
        <p:spPr>
          <a:xfrm>
            <a:off x="6351585" y="1435551"/>
            <a:ext cx="5840415" cy="5224413"/>
          </a:xfrm>
          <a:prstGeom prst="rect">
            <a:avLst/>
          </a:prstGeom>
          <a:gradFill flip="none" rotWithShape="1">
            <a:gsLst>
              <a:gs pos="52000">
                <a:schemeClr val="bg1">
                  <a:lumMod val="95000"/>
                </a:schemeClr>
              </a:gs>
              <a:gs pos="0">
                <a:schemeClr val="bg2">
                  <a:alpha val="0"/>
                </a:schemeClr>
              </a:gs>
              <a:gs pos="100000">
                <a:srgbClr val="CFCFCF"/>
              </a:gs>
            </a:gsLst>
            <a:lin ang="162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431D86-B4F2-4178-9479-C223044E67E1}"/>
              </a:ext>
            </a:extLst>
          </p:cNvPr>
          <p:cNvSpPr/>
          <p:nvPr/>
        </p:nvSpPr>
        <p:spPr>
          <a:xfrm>
            <a:off x="274320" y="948037"/>
            <a:ext cx="5838672" cy="48688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81C044-83B1-4BEC-A2A0-51CA4BF72CE4}"/>
              </a:ext>
            </a:extLst>
          </p:cNvPr>
          <p:cNvSpPr/>
          <p:nvPr/>
        </p:nvSpPr>
        <p:spPr>
          <a:xfrm>
            <a:off x="6351584" y="948037"/>
            <a:ext cx="5840415" cy="48688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568B759-9EAF-4F57-B09C-A71D9D5B51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0804" y="966165"/>
            <a:ext cx="5815195" cy="457200"/>
          </a:xfrm>
          <a:noFill/>
          <a:ln w="12700">
            <a:noFill/>
          </a:ln>
        </p:spPr>
        <p:txBody>
          <a:bodyPr tIns="91440" bIns="91440" anchor="ctr"/>
          <a:lstStyle>
            <a:lvl1pPr marL="0" indent="0">
              <a:lnSpc>
                <a:spcPct val="90000"/>
              </a:lnSpc>
              <a:buNone/>
              <a:defRPr sz="20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2AD586E-7375-402D-9BA8-7C07EB824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80804" y="1517523"/>
            <a:ext cx="5815195" cy="4110352"/>
          </a:xfrm>
          <a:ln w="12700">
            <a:noFill/>
          </a:ln>
        </p:spPr>
        <p:txBody>
          <a:bodyPr tIns="45720" bIns="91440"/>
          <a:lstStyle>
            <a:lvl1pPr marL="227013" indent="-227013">
              <a:lnSpc>
                <a:spcPct val="90000"/>
              </a:lnSpc>
              <a:buFont typeface="Century Gothic" panose="020B0502020202020204" pitchFamily="34" charset="0"/>
              <a:buChar char="•"/>
              <a:defRPr sz="1800"/>
            </a:lvl1pPr>
            <a:lvl2pPr marL="569913" indent="-225425">
              <a:lnSpc>
                <a:spcPct val="90000"/>
              </a:lnSpc>
              <a:buSzPct val="90000"/>
              <a:buFont typeface="Century Gothic" panose="020B0502020202020204" pitchFamily="34" charset="0"/>
              <a:buChar char="–"/>
              <a:defRPr sz="1600"/>
            </a:lvl2pPr>
            <a:lvl3pPr marL="860425" indent="-173038">
              <a:lnSpc>
                <a:spcPct val="90000"/>
              </a:lnSpc>
              <a:buFont typeface="Century Gothic" panose="020B0502020202020204" pitchFamily="34" charset="0"/>
              <a:buChar char="•"/>
              <a:defRPr sz="1400"/>
            </a:lvl3pPr>
            <a:lvl4pPr marL="1144588" indent="-173038">
              <a:lnSpc>
                <a:spcPct val="90000"/>
              </a:lnSpc>
              <a:buSzPct val="90000"/>
              <a:buFont typeface="Century Gothic" panose="020B0502020202020204" pitchFamily="34" charset="0"/>
              <a:buChar char="–"/>
              <a:defRPr sz="1200"/>
            </a:lvl4pPr>
            <a:lvl5pPr marL="1482725" indent="-222250">
              <a:lnSpc>
                <a:spcPct val="90000"/>
              </a:lnSpc>
              <a:buFont typeface="Arial" panose="020B0604020202020204" pitchFamily="34" charset="0"/>
              <a:buChar char="•"/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2A49DFE2-905F-42AB-9CE1-CCCD2BB957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57344" y="966165"/>
            <a:ext cx="5811876" cy="457200"/>
          </a:xfrm>
          <a:noFill/>
          <a:ln w="12700">
            <a:noFill/>
          </a:ln>
        </p:spPr>
        <p:txBody>
          <a:bodyPr tIns="91440" bIns="91440" anchor="ctr"/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AF1555CB-15BC-4181-B741-965A19E6BA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57344" y="1517523"/>
            <a:ext cx="5811876" cy="4110352"/>
          </a:xfrm>
          <a:ln w="12700">
            <a:noFill/>
          </a:ln>
        </p:spPr>
        <p:txBody>
          <a:bodyPr tIns="45720" bIns="91440"/>
          <a:lstStyle>
            <a:lvl1pPr marL="227013" indent="-227013">
              <a:lnSpc>
                <a:spcPct val="90000"/>
              </a:lnSpc>
              <a:buFont typeface="Century Gothic" panose="020B0502020202020204" pitchFamily="34" charset="0"/>
              <a:buChar char="•"/>
              <a:defRPr sz="1800"/>
            </a:lvl1pPr>
            <a:lvl2pPr marL="569913" indent="-225425">
              <a:lnSpc>
                <a:spcPct val="90000"/>
              </a:lnSpc>
              <a:buSzPct val="90000"/>
              <a:buFont typeface="Century Gothic" panose="020B0502020202020204" pitchFamily="34" charset="0"/>
              <a:buChar char="–"/>
              <a:defRPr sz="1600"/>
            </a:lvl2pPr>
            <a:lvl3pPr marL="860425" indent="-173038">
              <a:lnSpc>
                <a:spcPct val="90000"/>
              </a:lnSpc>
              <a:buFont typeface="Century Gothic" panose="020B0502020202020204" pitchFamily="34" charset="0"/>
              <a:buChar char="•"/>
              <a:defRPr sz="1400"/>
            </a:lvl3pPr>
            <a:lvl4pPr marL="1144588" indent="-173038">
              <a:lnSpc>
                <a:spcPct val="90000"/>
              </a:lnSpc>
              <a:buSzPct val="90000"/>
              <a:buFont typeface="Century Gothic" panose="020B0502020202020204" pitchFamily="34" charset="0"/>
              <a:buChar char="–"/>
              <a:defRPr sz="1200"/>
            </a:lvl4pPr>
            <a:lvl5pPr marL="1482725" indent="-222250">
              <a:lnSpc>
                <a:spcPct val="90000"/>
              </a:lnSpc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A1CB721-FBCB-4DC7-9C2A-15C90E984F90}"/>
              </a:ext>
            </a:extLst>
          </p:cNvPr>
          <p:cNvSpPr/>
          <p:nvPr/>
        </p:nvSpPr>
        <p:spPr>
          <a:xfrm>
            <a:off x="1773669" y="320040"/>
            <a:ext cx="10418331" cy="510909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9FDFB4D2-95C3-44FB-85E0-FB87B96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3669" y="342737"/>
            <a:ext cx="10332720" cy="457200"/>
          </a:xfrm>
        </p:spPr>
        <p:txBody>
          <a:bodyPr anchor="ctr"/>
          <a:lstStyle>
            <a:lvl1pPr>
              <a:lnSpc>
                <a:spcPct val="90000"/>
              </a:lnSpc>
              <a:defRPr sz="2400" b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E38BD24-68BF-4642-BFC4-180B70D413B8}"/>
              </a:ext>
            </a:extLst>
          </p:cNvPr>
          <p:cNvSpPr/>
          <p:nvPr/>
        </p:nvSpPr>
        <p:spPr>
          <a:xfrm>
            <a:off x="0" y="320040"/>
            <a:ext cx="274320" cy="51090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CDDBDFD-39A6-0043-BAD4-065FAFF6A9DA}"/>
              </a:ext>
            </a:extLst>
          </p:cNvPr>
          <p:cNvSpPr/>
          <p:nvPr/>
        </p:nvSpPr>
        <p:spPr>
          <a:xfrm>
            <a:off x="274320" y="320040"/>
            <a:ext cx="1412673" cy="510909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F20E070A-FF02-490F-91F7-767E82133AD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-4391" y="6626132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90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3BD6692-283A-4A7F-AE4C-0175D48F7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129" y="456244"/>
            <a:ext cx="1088136" cy="261860"/>
          </a:xfrm>
          <a:prstGeom prst="rect">
            <a:avLst/>
          </a:prstGeom>
        </p:spPr>
      </p:pic>
      <p:sp>
        <p:nvSpPr>
          <p:cNvPr id="26" name="Rectangle 256">
            <a:extLst>
              <a:ext uri="{FF2B5EF4-FFF2-40B4-BE49-F238E27FC236}">
                <a16:creationId xmlns:a16="http://schemas.microsoft.com/office/drawing/2014/main" id="{7312AC61-61BF-4F96-99DC-555BD73A05FA}"/>
              </a:ext>
            </a:extLst>
          </p:cNvPr>
          <p:cNvSpPr txBox="1">
            <a:spLocks noChangeArrowheads="1"/>
          </p:cNvSpPr>
          <p:nvPr/>
        </p:nvSpPr>
        <p:spPr>
          <a:xfrm>
            <a:off x="8011069" y="6546080"/>
            <a:ext cx="3860800" cy="182562"/>
          </a:xfrm>
          <a:prstGeom prst="rect">
            <a:avLst/>
          </a:prstGeom>
          <a:ln/>
        </p:spPr>
        <p:txBody>
          <a:bodyPr anchor="ctr"/>
          <a:lstStyle/>
          <a:p>
            <a:pPr algn="r">
              <a:lnSpc>
                <a:spcPct val="90000"/>
              </a:lnSpc>
            </a:pPr>
            <a:r>
              <a:rPr lang="en-US" sz="1000" dirty="0">
                <a:solidFill>
                  <a:srgbClr val="BFBFBF"/>
                </a:solidFill>
                <a:latin typeface="+mn-lt"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98845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3 section science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1DC80716-D7F2-40BD-B894-87B7C5521D93}"/>
              </a:ext>
            </a:extLst>
          </p:cNvPr>
          <p:cNvSpPr/>
          <p:nvPr/>
        </p:nvSpPr>
        <p:spPr>
          <a:xfrm>
            <a:off x="274320" y="1435551"/>
            <a:ext cx="3868138" cy="5224413"/>
          </a:xfrm>
          <a:prstGeom prst="rect">
            <a:avLst/>
          </a:prstGeom>
          <a:gradFill flip="none" rotWithShape="1">
            <a:gsLst>
              <a:gs pos="52000">
                <a:schemeClr val="bg1">
                  <a:lumMod val="95000"/>
                </a:schemeClr>
              </a:gs>
              <a:gs pos="0">
                <a:schemeClr val="bg2">
                  <a:alpha val="0"/>
                </a:schemeClr>
              </a:gs>
              <a:gs pos="100000">
                <a:srgbClr val="CFCFCF"/>
              </a:gs>
            </a:gsLst>
            <a:lin ang="162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772E6C0-3363-4678-BD7B-839981CFEC1B}"/>
              </a:ext>
            </a:extLst>
          </p:cNvPr>
          <p:cNvSpPr/>
          <p:nvPr/>
        </p:nvSpPr>
        <p:spPr>
          <a:xfrm>
            <a:off x="4299090" y="1435551"/>
            <a:ext cx="3867912" cy="5224413"/>
          </a:xfrm>
          <a:prstGeom prst="rect">
            <a:avLst/>
          </a:prstGeom>
          <a:gradFill flip="none" rotWithShape="1">
            <a:gsLst>
              <a:gs pos="52000">
                <a:schemeClr val="bg1">
                  <a:lumMod val="95000"/>
                </a:schemeClr>
              </a:gs>
              <a:gs pos="0">
                <a:schemeClr val="bg2">
                  <a:alpha val="0"/>
                </a:schemeClr>
              </a:gs>
              <a:gs pos="100000">
                <a:srgbClr val="CFCFCF"/>
              </a:gs>
            </a:gsLst>
            <a:lin ang="162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04C995C-9C57-406C-A69D-7613F8F47165}"/>
              </a:ext>
            </a:extLst>
          </p:cNvPr>
          <p:cNvSpPr/>
          <p:nvPr/>
        </p:nvSpPr>
        <p:spPr>
          <a:xfrm>
            <a:off x="8323860" y="1435551"/>
            <a:ext cx="3868138" cy="5224413"/>
          </a:xfrm>
          <a:prstGeom prst="rect">
            <a:avLst/>
          </a:prstGeom>
          <a:gradFill flip="none" rotWithShape="1">
            <a:gsLst>
              <a:gs pos="52000">
                <a:schemeClr val="bg1">
                  <a:lumMod val="95000"/>
                </a:schemeClr>
              </a:gs>
              <a:gs pos="0">
                <a:schemeClr val="bg2">
                  <a:alpha val="0"/>
                </a:schemeClr>
              </a:gs>
              <a:gs pos="100000">
                <a:srgbClr val="CFCFCF"/>
              </a:gs>
            </a:gsLst>
            <a:lin ang="162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431D86-B4F2-4178-9479-C223044E67E1}"/>
              </a:ext>
            </a:extLst>
          </p:cNvPr>
          <p:cNvSpPr/>
          <p:nvPr/>
        </p:nvSpPr>
        <p:spPr>
          <a:xfrm>
            <a:off x="274320" y="948037"/>
            <a:ext cx="3866758" cy="48688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81C044-83B1-4BEC-A2A0-51CA4BF72CE4}"/>
              </a:ext>
            </a:extLst>
          </p:cNvPr>
          <p:cNvSpPr/>
          <p:nvPr/>
        </p:nvSpPr>
        <p:spPr>
          <a:xfrm>
            <a:off x="4299089" y="948037"/>
            <a:ext cx="3867912" cy="48688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526A7F5-6E08-49A4-A894-85B35B49A075}"/>
              </a:ext>
            </a:extLst>
          </p:cNvPr>
          <p:cNvSpPr/>
          <p:nvPr/>
        </p:nvSpPr>
        <p:spPr>
          <a:xfrm>
            <a:off x="8323860" y="948037"/>
            <a:ext cx="3885931" cy="48688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568B759-9EAF-4F57-B09C-A71D9D5B51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8000" y="966165"/>
            <a:ext cx="3833880" cy="457200"/>
          </a:xfrm>
          <a:noFill/>
          <a:ln w="12700">
            <a:noFill/>
          </a:ln>
        </p:spPr>
        <p:txBody>
          <a:bodyPr tIns="91440" bIns="91440" anchor="ctr"/>
          <a:lstStyle>
            <a:lvl1pPr marL="0" indent="0">
              <a:lnSpc>
                <a:spcPct val="90000"/>
              </a:lnSpc>
              <a:buNone/>
              <a:defRPr sz="20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2AD586E-7375-402D-9BA8-7C07EB824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83464" y="1517904"/>
            <a:ext cx="3833880" cy="4110352"/>
          </a:xfrm>
          <a:ln w="12700">
            <a:noFill/>
          </a:ln>
        </p:spPr>
        <p:txBody>
          <a:bodyPr tIns="45720" bIns="91440"/>
          <a:lstStyle>
            <a:lvl1pPr marL="227013" indent="-227013">
              <a:lnSpc>
                <a:spcPct val="90000"/>
              </a:lnSpc>
              <a:buFont typeface="Century Gothic" panose="020B0502020202020204" pitchFamily="34" charset="0"/>
              <a:buChar char="•"/>
              <a:defRPr sz="1800"/>
            </a:lvl1pPr>
            <a:lvl2pPr marL="569913" indent="-225425">
              <a:lnSpc>
                <a:spcPct val="90000"/>
              </a:lnSpc>
              <a:buSzPct val="90000"/>
              <a:buFont typeface="Century Gothic" panose="020B0502020202020204" pitchFamily="34" charset="0"/>
              <a:buChar char="–"/>
              <a:defRPr sz="1600"/>
            </a:lvl2pPr>
            <a:lvl3pPr marL="860425" indent="-173038">
              <a:lnSpc>
                <a:spcPct val="90000"/>
              </a:lnSpc>
              <a:buFont typeface="Century Gothic" panose="020B0502020202020204" pitchFamily="34" charset="0"/>
              <a:buChar char="•"/>
              <a:defRPr sz="1400"/>
            </a:lvl3pPr>
            <a:lvl4pPr marL="1144588" indent="-173038">
              <a:lnSpc>
                <a:spcPct val="90000"/>
              </a:lnSpc>
              <a:buSzPct val="90000"/>
              <a:buFont typeface="Century Gothic" panose="020B0502020202020204" pitchFamily="34" charset="0"/>
              <a:buChar char="–"/>
              <a:defRPr sz="1200"/>
            </a:lvl4pPr>
            <a:lvl5pPr marL="1482725" indent="-222250">
              <a:lnSpc>
                <a:spcPct val="90000"/>
              </a:lnSpc>
              <a:buFont typeface="Arial" panose="020B0604020202020204" pitchFamily="34" charset="0"/>
              <a:buChar char="•"/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2A49DFE2-905F-42AB-9CE1-CCCD2BB957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312016" y="966165"/>
            <a:ext cx="3831692" cy="457200"/>
          </a:xfrm>
          <a:noFill/>
          <a:ln w="12700">
            <a:noFill/>
          </a:ln>
        </p:spPr>
        <p:txBody>
          <a:bodyPr tIns="91440" bIns="91440" anchor="ctr"/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AF1555CB-15BC-4181-B741-965A19E6BA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319831" y="1517904"/>
            <a:ext cx="3831692" cy="4110352"/>
          </a:xfrm>
          <a:ln w="12700">
            <a:noFill/>
          </a:ln>
        </p:spPr>
        <p:txBody>
          <a:bodyPr tIns="45720" bIns="91440"/>
          <a:lstStyle>
            <a:lvl1pPr marL="227013" indent="-227013">
              <a:lnSpc>
                <a:spcPct val="90000"/>
              </a:lnSpc>
              <a:buFont typeface="Century Gothic" panose="020B0502020202020204" pitchFamily="34" charset="0"/>
              <a:buChar char="•"/>
              <a:defRPr sz="1800"/>
            </a:lvl1pPr>
            <a:lvl2pPr marL="569913" indent="-225425">
              <a:lnSpc>
                <a:spcPct val="90000"/>
              </a:lnSpc>
              <a:buSzPct val="90000"/>
              <a:buFont typeface="Century Gothic" panose="020B0502020202020204" pitchFamily="34" charset="0"/>
              <a:buChar char="–"/>
              <a:defRPr sz="1600"/>
            </a:lvl2pPr>
            <a:lvl3pPr marL="860425" indent="-173038">
              <a:lnSpc>
                <a:spcPct val="90000"/>
              </a:lnSpc>
              <a:buFont typeface="Century Gothic" panose="020B0502020202020204" pitchFamily="34" charset="0"/>
              <a:buChar char="•"/>
              <a:defRPr sz="1400"/>
            </a:lvl3pPr>
            <a:lvl4pPr marL="1144588" indent="-173038">
              <a:lnSpc>
                <a:spcPct val="90000"/>
              </a:lnSpc>
              <a:buSzPct val="90000"/>
              <a:buFont typeface="Century Gothic" panose="020B0502020202020204" pitchFamily="34" charset="0"/>
              <a:buChar char="–"/>
              <a:defRPr sz="1200"/>
            </a:lvl4pPr>
            <a:lvl5pPr marL="1482725" indent="-222250">
              <a:lnSpc>
                <a:spcPct val="90000"/>
              </a:lnSpc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21FF3A3E-474D-4F1F-9B01-4428215B85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37939" y="966165"/>
            <a:ext cx="3797323" cy="457200"/>
          </a:xfrm>
          <a:noFill/>
          <a:ln w="12700">
            <a:noFill/>
          </a:ln>
        </p:spPr>
        <p:txBody>
          <a:bodyPr tIns="91440" bIns="91440" anchor="ctr"/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EDB166DE-69D8-4E82-A304-FF11CEBD23D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45754" y="1517904"/>
            <a:ext cx="3797323" cy="4110352"/>
          </a:xfrm>
          <a:ln w="12700">
            <a:noFill/>
          </a:ln>
        </p:spPr>
        <p:txBody>
          <a:bodyPr tIns="45720" bIns="91440"/>
          <a:lstStyle>
            <a:lvl1pPr marL="227013" indent="-227013">
              <a:lnSpc>
                <a:spcPct val="90000"/>
              </a:lnSpc>
              <a:defRPr sz="1800"/>
            </a:lvl1pPr>
            <a:lvl2pPr marL="569913" indent="-225425">
              <a:lnSpc>
                <a:spcPct val="90000"/>
              </a:lnSpc>
              <a:buSzPct val="90000"/>
              <a:buFont typeface="Century Gothic" panose="020B0502020202020204" pitchFamily="34" charset="0"/>
              <a:buChar char="–"/>
              <a:defRPr sz="1600"/>
            </a:lvl2pPr>
            <a:lvl3pPr marL="860425" indent="-173038">
              <a:lnSpc>
                <a:spcPct val="90000"/>
              </a:lnSpc>
              <a:buFont typeface="Century Gothic" panose="020B0502020202020204" pitchFamily="34" charset="0"/>
              <a:buChar char="•"/>
              <a:defRPr sz="1400"/>
            </a:lvl3pPr>
            <a:lvl4pPr marL="1144588" indent="-173038">
              <a:lnSpc>
                <a:spcPct val="90000"/>
              </a:lnSpc>
              <a:buSzPct val="90000"/>
              <a:buFont typeface="Century Gothic" panose="020B0502020202020204" pitchFamily="34" charset="0"/>
              <a:buChar char="–"/>
              <a:defRPr sz="1200"/>
            </a:lvl4pPr>
            <a:lvl5pPr marL="1482725" indent="-222250">
              <a:lnSpc>
                <a:spcPct val="90000"/>
              </a:lnSpc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A1CB721-FBCB-4DC7-9C2A-15C90E984F90}"/>
              </a:ext>
            </a:extLst>
          </p:cNvPr>
          <p:cNvSpPr/>
          <p:nvPr/>
        </p:nvSpPr>
        <p:spPr>
          <a:xfrm>
            <a:off x="1773669" y="320040"/>
            <a:ext cx="10418331" cy="510909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9FDFB4D2-95C3-44FB-85E0-FB87B96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3936" y="347472"/>
            <a:ext cx="10332720" cy="457200"/>
          </a:xfrm>
        </p:spPr>
        <p:txBody>
          <a:bodyPr anchor="ctr"/>
          <a:lstStyle>
            <a:lvl1pPr>
              <a:lnSpc>
                <a:spcPct val="90000"/>
              </a:lnSpc>
              <a:defRPr sz="2400" b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E38BD24-68BF-4642-BFC4-180B70D413B8}"/>
              </a:ext>
            </a:extLst>
          </p:cNvPr>
          <p:cNvSpPr/>
          <p:nvPr/>
        </p:nvSpPr>
        <p:spPr>
          <a:xfrm>
            <a:off x="0" y="320040"/>
            <a:ext cx="274320" cy="51090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CDDBDFD-39A6-0043-BAD4-065FAFF6A9DA}"/>
              </a:ext>
            </a:extLst>
          </p:cNvPr>
          <p:cNvSpPr/>
          <p:nvPr/>
        </p:nvSpPr>
        <p:spPr>
          <a:xfrm>
            <a:off x="274320" y="320040"/>
            <a:ext cx="1412673" cy="510909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F20E070A-FF02-490F-91F7-767E82133AD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-4391" y="6626132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90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3BD6692-283A-4A7F-AE4C-0175D48F7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129" y="456244"/>
            <a:ext cx="1088136" cy="261860"/>
          </a:xfrm>
          <a:prstGeom prst="rect">
            <a:avLst/>
          </a:prstGeom>
        </p:spPr>
      </p:pic>
      <p:sp>
        <p:nvSpPr>
          <p:cNvPr id="26" name="Rectangle 256">
            <a:extLst>
              <a:ext uri="{FF2B5EF4-FFF2-40B4-BE49-F238E27FC236}">
                <a16:creationId xmlns:a16="http://schemas.microsoft.com/office/drawing/2014/main" id="{7312AC61-61BF-4F96-99DC-555BD73A05FA}"/>
              </a:ext>
            </a:extLst>
          </p:cNvPr>
          <p:cNvSpPr txBox="1">
            <a:spLocks noChangeArrowheads="1"/>
          </p:cNvSpPr>
          <p:nvPr/>
        </p:nvSpPr>
        <p:spPr>
          <a:xfrm>
            <a:off x="8011069" y="6546080"/>
            <a:ext cx="3860800" cy="182562"/>
          </a:xfrm>
          <a:prstGeom prst="rect">
            <a:avLst/>
          </a:prstGeom>
          <a:ln/>
        </p:spPr>
        <p:txBody>
          <a:bodyPr anchor="ctr"/>
          <a:lstStyle/>
          <a:p>
            <a:pPr algn="r">
              <a:lnSpc>
                <a:spcPct val="90000"/>
              </a:lnSpc>
            </a:pPr>
            <a:r>
              <a:rPr lang="en-US" sz="1000" dirty="0">
                <a:solidFill>
                  <a:srgbClr val="BFBFBF"/>
                </a:solidFill>
                <a:latin typeface="+mn-lt"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86498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3 section science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D431D86-B4F2-4178-9479-C223044E67E1}"/>
              </a:ext>
            </a:extLst>
          </p:cNvPr>
          <p:cNvSpPr/>
          <p:nvPr/>
        </p:nvSpPr>
        <p:spPr>
          <a:xfrm>
            <a:off x="274320" y="948037"/>
            <a:ext cx="2874807" cy="48688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568B759-9EAF-4F57-B09C-A71D9D5B51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8816" y="966459"/>
            <a:ext cx="2881524" cy="457200"/>
          </a:xfrm>
          <a:noFill/>
          <a:ln w="12700">
            <a:noFill/>
          </a:ln>
        </p:spPr>
        <p:txBody>
          <a:bodyPr lIns="91440" tIns="45720" rIns="91440" bIns="45720" anchor="ctr"/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DC80716-D7F2-40BD-B894-87B7C5521D93}"/>
              </a:ext>
            </a:extLst>
          </p:cNvPr>
          <p:cNvSpPr/>
          <p:nvPr/>
        </p:nvSpPr>
        <p:spPr>
          <a:xfrm>
            <a:off x="274319" y="1434925"/>
            <a:ext cx="2874807" cy="5201594"/>
          </a:xfrm>
          <a:prstGeom prst="rect">
            <a:avLst/>
          </a:prstGeom>
          <a:gradFill flip="none" rotWithShape="1">
            <a:gsLst>
              <a:gs pos="52000">
                <a:schemeClr val="bg1">
                  <a:lumMod val="95000"/>
                </a:schemeClr>
              </a:gs>
              <a:gs pos="0">
                <a:schemeClr val="bg2">
                  <a:alpha val="0"/>
                </a:schemeClr>
              </a:gs>
              <a:gs pos="100000">
                <a:srgbClr val="CFCFCF"/>
              </a:gs>
            </a:gsLst>
            <a:lin ang="162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772E6C0-3363-4678-BD7B-839981CFEC1B}"/>
              </a:ext>
            </a:extLst>
          </p:cNvPr>
          <p:cNvSpPr/>
          <p:nvPr/>
        </p:nvSpPr>
        <p:spPr>
          <a:xfrm>
            <a:off x="3288610" y="1434925"/>
            <a:ext cx="2874807" cy="5201594"/>
          </a:xfrm>
          <a:prstGeom prst="rect">
            <a:avLst/>
          </a:prstGeom>
          <a:gradFill flip="none" rotWithShape="1">
            <a:gsLst>
              <a:gs pos="52000">
                <a:schemeClr val="bg1">
                  <a:lumMod val="95000"/>
                </a:schemeClr>
              </a:gs>
              <a:gs pos="0">
                <a:schemeClr val="bg2">
                  <a:alpha val="0"/>
                </a:schemeClr>
              </a:gs>
              <a:gs pos="100000">
                <a:srgbClr val="CFCFCF"/>
              </a:gs>
            </a:gsLst>
            <a:lin ang="162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81C044-83B1-4BEC-A2A0-51CA4BF72CE4}"/>
              </a:ext>
            </a:extLst>
          </p:cNvPr>
          <p:cNvSpPr/>
          <p:nvPr/>
        </p:nvSpPr>
        <p:spPr>
          <a:xfrm>
            <a:off x="3288610" y="948037"/>
            <a:ext cx="2874805" cy="48688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04C995C-9C57-406C-A69D-7613F8F47165}"/>
              </a:ext>
            </a:extLst>
          </p:cNvPr>
          <p:cNvSpPr/>
          <p:nvPr/>
        </p:nvSpPr>
        <p:spPr>
          <a:xfrm>
            <a:off x="6302900" y="1434925"/>
            <a:ext cx="2874807" cy="5201594"/>
          </a:xfrm>
          <a:prstGeom prst="rect">
            <a:avLst/>
          </a:prstGeom>
          <a:gradFill flip="none" rotWithShape="1">
            <a:gsLst>
              <a:gs pos="52000">
                <a:schemeClr val="bg1">
                  <a:lumMod val="95000"/>
                </a:schemeClr>
              </a:gs>
              <a:gs pos="0">
                <a:schemeClr val="bg2">
                  <a:alpha val="0"/>
                </a:schemeClr>
              </a:gs>
              <a:gs pos="100000">
                <a:srgbClr val="CFCFCF"/>
              </a:gs>
            </a:gsLst>
            <a:lin ang="162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526A7F5-6E08-49A4-A894-85B35B49A075}"/>
              </a:ext>
            </a:extLst>
          </p:cNvPr>
          <p:cNvSpPr/>
          <p:nvPr/>
        </p:nvSpPr>
        <p:spPr>
          <a:xfrm>
            <a:off x="6302901" y="948037"/>
            <a:ext cx="2874807" cy="48688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25F09E4-91A6-437A-BED4-ED7995D473E7}"/>
              </a:ext>
            </a:extLst>
          </p:cNvPr>
          <p:cNvSpPr/>
          <p:nvPr/>
        </p:nvSpPr>
        <p:spPr>
          <a:xfrm>
            <a:off x="9317192" y="1434925"/>
            <a:ext cx="2874807" cy="5201594"/>
          </a:xfrm>
          <a:prstGeom prst="rect">
            <a:avLst/>
          </a:prstGeom>
          <a:gradFill flip="none" rotWithShape="1">
            <a:gsLst>
              <a:gs pos="52000">
                <a:schemeClr val="bg1">
                  <a:lumMod val="95000"/>
                </a:schemeClr>
              </a:gs>
              <a:gs pos="0">
                <a:schemeClr val="bg2">
                  <a:alpha val="0"/>
                </a:schemeClr>
              </a:gs>
              <a:gs pos="100000">
                <a:srgbClr val="CFCFCF"/>
              </a:gs>
            </a:gsLst>
            <a:lin ang="162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192D3D3-2A2D-4482-B3F5-B0CBCD39D93A}"/>
              </a:ext>
            </a:extLst>
          </p:cNvPr>
          <p:cNvSpPr/>
          <p:nvPr/>
        </p:nvSpPr>
        <p:spPr>
          <a:xfrm>
            <a:off x="9317193" y="948037"/>
            <a:ext cx="2874807" cy="48688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2AD586E-7375-402D-9BA8-7C07EB824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83464" y="1517904"/>
            <a:ext cx="2843784" cy="5010912"/>
          </a:xfrm>
          <a:ln w="12700">
            <a:noFill/>
          </a:ln>
        </p:spPr>
        <p:txBody>
          <a:bodyPr tIns="45720" bIns="91440"/>
          <a:lstStyle>
            <a:lvl1pPr marL="227013" indent="-227013">
              <a:lnSpc>
                <a:spcPct val="90000"/>
              </a:lnSpc>
              <a:buFont typeface="Century Gothic" panose="020B0502020202020204" pitchFamily="34" charset="0"/>
              <a:buChar char="•"/>
              <a:defRPr sz="1800"/>
            </a:lvl1pPr>
            <a:lvl2pPr marL="569913" indent="-225425">
              <a:lnSpc>
                <a:spcPct val="90000"/>
              </a:lnSpc>
              <a:buSzPct val="90000"/>
              <a:buFont typeface="Century Gothic" panose="020B0502020202020204" pitchFamily="34" charset="0"/>
              <a:buChar char="–"/>
              <a:defRPr sz="1600"/>
            </a:lvl2pPr>
            <a:lvl3pPr marL="914400" indent="-227013">
              <a:lnSpc>
                <a:spcPct val="90000"/>
              </a:lnSpc>
              <a:buFont typeface="Century Gothic" panose="020B0502020202020204" pitchFamily="34" charset="0"/>
              <a:buChar char="•"/>
              <a:tabLst/>
              <a:defRPr sz="1400"/>
            </a:lvl3pPr>
            <a:lvl4pPr marL="1144588" indent="-173038">
              <a:lnSpc>
                <a:spcPct val="90000"/>
              </a:lnSpc>
              <a:buSzPct val="90000"/>
              <a:buFont typeface="Century Gothic" panose="020B0502020202020204" pitchFamily="34" charset="0"/>
              <a:buChar char="–"/>
              <a:defRPr sz="1200"/>
            </a:lvl4pPr>
            <a:lvl5pPr marL="1482725" indent="-222250">
              <a:lnSpc>
                <a:spcPct val="90000"/>
              </a:lnSpc>
              <a:buFont typeface="Arial" panose="020B0604020202020204" pitchFamily="34" charset="0"/>
              <a:buChar char="•"/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2A49DFE2-905F-42AB-9CE1-CCCD2BB957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283916" y="969264"/>
            <a:ext cx="2881524" cy="457200"/>
          </a:xfrm>
          <a:noFill/>
          <a:ln w="12700">
            <a:noFill/>
          </a:ln>
        </p:spPr>
        <p:txBody>
          <a:bodyPr lIns="91440" tIns="45720" rIns="91440" bIns="45720" anchor="ctr"/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AF1555CB-15BC-4181-B741-965A19E6BA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305378" y="1517904"/>
            <a:ext cx="2843784" cy="5010912"/>
          </a:xfrm>
          <a:ln w="12700">
            <a:noFill/>
          </a:ln>
        </p:spPr>
        <p:txBody>
          <a:bodyPr tIns="45720" bIns="91440"/>
          <a:lstStyle>
            <a:lvl1pPr marL="227013" indent="-227013">
              <a:lnSpc>
                <a:spcPct val="90000"/>
              </a:lnSpc>
              <a:buFont typeface="Century Gothic" panose="020B0502020202020204" pitchFamily="34" charset="0"/>
              <a:buChar char="•"/>
              <a:defRPr sz="1800"/>
            </a:lvl1pPr>
            <a:lvl2pPr marL="630238" indent="-285750">
              <a:lnSpc>
                <a:spcPct val="90000"/>
              </a:lnSpc>
              <a:buSzPct val="90000"/>
              <a:buFont typeface="Century Gothic" panose="020B0502020202020204" pitchFamily="34" charset="0"/>
              <a:buChar char="–"/>
              <a:defRPr lang="en-US" sz="1600" kern="120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73137" indent="-285750">
              <a:lnSpc>
                <a:spcPct val="90000"/>
              </a:lnSpc>
              <a:buFont typeface="Century Gothic" panose="020B0502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>
              <a:lnSpc>
                <a:spcPct val="90000"/>
              </a:lnSpc>
              <a:defRPr sz="1200"/>
            </a:lvl4pPr>
            <a:lvl5pPr marL="1482725" indent="-222250">
              <a:lnSpc>
                <a:spcPct val="90000"/>
              </a:lnSpc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21FF3A3E-474D-4F1F-9B01-4428215B85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04922" y="969264"/>
            <a:ext cx="2868091" cy="457200"/>
          </a:xfrm>
          <a:noFill/>
          <a:ln w="12700">
            <a:noFill/>
          </a:ln>
        </p:spPr>
        <p:txBody>
          <a:bodyPr lIns="91440" tIns="45720" rIns="91440" bIns="45720" anchor="ctr"/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EDB166DE-69D8-4E82-A304-FF11CEBD23D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12952" y="1517904"/>
            <a:ext cx="2843784" cy="5010912"/>
          </a:xfrm>
          <a:ln w="12700">
            <a:noFill/>
          </a:ln>
        </p:spPr>
        <p:txBody>
          <a:bodyPr tIns="45720" bIns="91440"/>
          <a:lstStyle>
            <a:lvl1pPr marL="227013" indent="-227013">
              <a:lnSpc>
                <a:spcPct val="90000"/>
              </a:lnSpc>
              <a:buFont typeface="Century Gothic" panose="020B0502020202020204" pitchFamily="34" charset="0"/>
              <a:buChar char="•"/>
              <a:defRPr sz="1800"/>
            </a:lvl1pPr>
            <a:lvl2pPr marL="630238" indent="-285750">
              <a:lnSpc>
                <a:spcPct val="90000"/>
              </a:lnSpc>
              <a:buSzPct val="90000"/>
              <a:buFont typeface="Century Gothic" panose="020B0502020202020204" pitchFamily="34" charset="0"/>
              <a:buChar char="–"/>
              <a:defRPr lang="en-US" sz="1600" kern="120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73137" indent="-285750">
              <a:lnSpc>
                <a:spcPct val="90000"/>
              </a:lnSpc>
              <a:buFont typeface="Century Gothic" panose="020B0502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144588" indent="-173038">
              <a:lnSpc>
                <a:spcPct val="90000"/>
              </a:lnSpc>
              <a:buSzPct val="90000"/>
              <a:buFont typeface="Century Gothic" panose="020B0502020202020204" pitchFamily="34" charset="0"/>
              <a:buChar char="–"/>
              <a:defRPr sz="1200"/>
            </a:lvl4pPr>
            <a:lvl5pPr marL="1482725" indent="-222250">
              <a:lnSpc>
                <a:spcPct val="90000"/>
              </a:lnSpc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A1CB721-FBCB-4DC7-9C2A-15C90E984F90}"/>
              </a:ext>
            </a:extLst>
          </p:cNvPr>
          <p:cNvSpPr/>
          <p:nvPr/>
        </p:nvSpPr>
        <p:spPr>
          <a:xfrm>
            <a:off x="1773669" y="320040"/>
            <a:ext cx="10418331" cy="510909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9FDFB4D2-95C3-44FB-85E0-FB87B96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3669" y="347472"/>
            <a:ext cx="10332720" cy="457200"/>
          </a:xfrm>
        </p:spPr>
        <p:txBody>
          <a:bodyPr anchor="ctr"/>
          <a:lstStyle>
            <a:lvl1pPr>
              <a:lnSpc>
                <a:spcPct val="90000"/>
              </a:lnSpc>
              <a:defRPr sz="2400" b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E38BD24-68BF-4642-BFC4-180B70D413B8}"/>
              </a:ext>
            </a:extLst>
          </p:cNvPr>
          <p:cNvSpPr/>
          <p:nvPr/>
        </p:nvSpPr>
        <p:spPr>
          <a:xfrm>
            <a:off x="0" y="320040"/>
            <a:ext cx="274320" cy="51090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CDDBDFD-39A6-0043-BAD4-065FAFF6A9DA}"/>
              </a:ext>
            </a:extLst>
          </p:cNvPr>
          <p:cNvSpPr/>
          <p:nvPr/>
        </p:nvSpPr>
        <p:spPr>
          <a:xfrm>
            <a:off x="274320" y="320040"/>
            <a:ext cx="1412673" cy="510909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F20E070A-FF02-490F-91F7-767E82133AD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-4391" y="6626132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90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3BD6692-283A-4A7F-AE4C-0175D48F7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129" y="456244"/>
            <a:ext cx="1088136" cy="261860"/>
          </a:xfrm>
          <a:prstGeom prst="rect">
            <a:avLst/>
          </a:prstGeom>
        </p:spPr>
      </p:pic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757D323C-D2DD-42C4-81D6-6224EE035EE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312498" y="969264"/>
            <a:ext cx="2879502" cy="457200"/>
          </a:xfrm>
          <a:noFill/>
          <a:ln w="12700">
            <a:noFill/>
          </a:ln>
        </p:spPr>
        <p:txBody>
          <a:bodyPr lIns="91440" tIns="45720" rIns="91440" bIns="45720" anchor="ctr"/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Content Placeholder 5">
            <a:extLst>
              <a:ext uri="{FF2B5EF4-FFF2-40B4-BE49-F238E27FC236}">
                <a16:creationId xmlns:a16="http://schemas.microsoft.com/office/drawing/2014/main" id="{6D6262AB-5413-4C3B-B769-39B07A6E562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331938" y="1517904"/>
            <a:ext cx="2843784" cy="5010912"/>
          </a:xfrm>
          <a:ln w="12700">
            <a:noFill/>
          </a:ln>
        </p:spPr>
        <p:txBody>
          <a:bodyPr tIns="45720" bIns="91440"/>
          <a:lstStyle>
            <a:lvl1pPr marL="227013" indent="-227013">
              <a:lnSpc>
                <a:spcPct val="90000"/>
              </a:lnSpc>
              <a:buFont typeface="Century Gothic" panose="020B0502020202020204" pitchFamily="34" charset="0"/>
              <a:buChar char="•"/>
              <a:defRPr sz="1800"/>
            </a:lvl1pPr>
            <a:lvl2pPr marL="630238" indent="-285750">
              <a:lnSpc>
                <a:spcPct val="90000"/>
              </a:lnSpc>
              <a:buSzPct val="90000"/>
              <a:buFont typeface="Century Gothic" panose="020B0502020202020204" pitchFamily="34" charset="0"/>
              <a:buChar char="–"/>
              <a:defRPr lang="en-US" sz="1600" kern="120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73137" indent="-285750">
              <a:lnSpc>
                <a:spcPct val="90000"/>
              </a:lnSpc>
              <a:buFont typeface="Century Gothic" panose="020B0502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144588" indent="-173038">
              <a:lnSpc>
                <a:spcPct val="90000"/>
              </a:lnSpc>
              <a:buSzPct val="90000"/>
              <a:buFont typeface="Century Gothic" panose="020B0502020202020204" pitchFamily="34" charset="0"/>
              <a:buChar char="–"/>
              <a:defRPr sz="1200"/>
            </a:lvl4pPr>
            <a:lvl5pPr marL="1482725" indent="-222250">
              <a:lnSpc>
                <a:spcPct val="90000"/>
              </a:lnSpc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403479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k green picture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ED81066A-C24A-4E74-9351-F12B6561E2D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5636" y="1078992"/>
            <a:ext cx="5487073" cy="4224052"/>
          </a:xfrm>
          <a:noFill/>
        </p:spPr>
        <p:txBody>
          <a:bodyPr/>
          <a:lstStyle>
            <a:lvl1pPr marL="0" indent="0">
              <a:buFont typeface="Century Gothic" panose="020B0502020202020204" pitchFamily="34" charset="0"/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272F0CA-07C0-447D-AD25-74BF79400D69}"/>
              </a:ext>
            </a:extLst>
          </p:cNvPr>
          <p:cNvSpPr/>
          <p:nvPr/>
        </p:nvSpPr>
        <p:spPr>
          <a:xfrm>
            <a:off x="274320" y="1078992"/>
            <a:ext cx="5821680" cy="5779008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8079" y="1275788"/>
            <a:ext cx="5537405" cy="978729"/>
          </a:xfrm>
        </p:spPr>
        <p:txBody>
          <a:bodyPr/>
          <a:lstStyle>
            <a:lvl1pPr>
              <a:lnSpc>
                <a:spcPct val="90000"/>
              </a:lnSpc>
              <a:defRPr sz="3200" b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8079" y="2453316"/>
            <a:ext cx="5512904" cy="4163291"/>
          </a:xfrm>
        </p:spPr>
        <p:txBody>
          <a:bodyPr/>
          <a:lstStyle>
            <a:lvl1pPr marL="287338" indent="-287338">
              <a:lnSpc>
                <a:spcPct val="90000"/>
              </a:lnSpc>
              <a:buClr>
                <a:schemeClr val="tx1"/>
              </a:buClr>
              <a:buFont typeface="Century Gothic" panose="020B0502020202020204" pitchFamily="34" charset="0"/>
              <a:buChar char="•"/>
              <a:defRPr sz="2000">
                <a:latin typeface="Century Gothic" panose="020B0502020202020204" pitchFamily="34" charset="0"/>
              </a:defRPr>
            </a:lvl1pPr>
            <a:lvl2pPr marL="688975" indent="-285750">
              <a:lnSpc>
                <a:spcPct val="90000"/>
              </a:lnSpc>
              <a:buClr>
                <a:schemeClr val="tx1"/>
              </a:buClr>
              <a:buFont typeface="Century Gothic" panose="020B0502020202020204" pitchFamily="34" charset="0"/>
              <a:buChar char="–"/>
              <a:defRPr lang="en-US" sz="1800" kern="120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>
              <a:defRPr sz="1600"/>
            </a:lvl3pPr>
            <a:lvl4pPr>
              <a:defRPr sz="1400"/>
            </a:lvl4pPr>
            <a:lvl5pPr marL="1482725" indent="-2222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0DB01C-0316-7441-9D7D-F96D7A49FEAC}"/>
              </a:ext>
            </a:extLst>
          </p:cNvPr>
          <p:cNvSpPr/>
          <p:nvPr/>
        </p:nvSpPr>
        <p:spPr>
          <a:xfrm>
            <a:off x="0" y="320040"/>
            <a:ext cx="274320" cy="51090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70CC82-0B8B-1D4B-9F0D-823E1CAB4A9C}"/>
              </a:ext>
            </a:extLst>
          </p:cNvPr>
          <p:cNvSpPr/>
          <p:nvPr/>
        </p:nvSpPr>
        <p:spPr>
          <a:xfrm>
            <a:off x="274320" y="320040"/>
            <a:ext cx="1412673" cy="510909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732E67AB-06CD-417E-82A6-C485A480337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-4391" y="6626132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90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8EB24F-FBB3-41E8-90F7-B4AA493C6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129" y="456244"/>
            <a:ext cx="1088136" cy="261860"/>
          </a:xfrm>
          <a:prstGeom prst="rect">
            <a:avLst/>
          </a:prstGeom>
        </p:spPr>
      </p:pic>
      <p:sp>
        <p:nvSpPr>
          <p:cNvPr id="16" name="Freeform 7">
            <a:extLst>
              <a:ext uri="{FF2B5EF4-FFF2-40B4-BE49-F238E27FC236}">
                <a16:creationId xmlns:a16="http://schemas.microsoft.com/office/drawing/2014/main" id="{2A500EEB-73EC-4C16-8273-4ED5425DD64C}"/>
              </a:ext>
            </a:extLst>
          </p:cNvPr>
          <p:cNvSpPr>
            <a:spLocks/>
          </p:cNvSpPr>
          <p:nvPr/>
        </p:nvSpPr>
        <p:spPr bwMode="auto">
          <a:xfrm>
            <a:off x="6096000" y="0"/>
            <a:ext cx="6096000" cy="6858000"/>
          </a:xfrm>
          <a:custGeom>
            <a:avLst/>
            <a:gdLst>
              <a:gd name="T0" fmla="*/ 3049 w 3388"/>
              <a:gd name="T1" fmla="*/ 0 h 3815"/>
              <a:gd name="T2" fmla="*/ 3049 w 3388"/>
              <a:gd name="T3" fmla="*/ 2951 h 3815"/>
              <a:gd name="T4" fmla="*/ 0 w 3388"/>
              <a:gd name="T5" fmla="*/ 2951 h 3815"/>
              <a:gd name="T6" fmla="*/ 0 w 3388"/>
              <a:gd name="T7" fmla="*/ 3815 h 3815"/>
              <a:gd name="T8" fmla="*/ 3388 w 3388"/>
              <a:gd name="T9" fmla="*/ 3815 h 3815"/>
              <a:gd name="T10" fmla="*/ 3388 w 3388"/>
              <a:gd name="T11" fmla="*/ 2969 h 3815"/>
              <a:gd name="T12" fmla="*/ 3388 w 3388"/>
              <a:gd name="T13" fmla="*/ 2951 h 3815"/>
              <a:gd name="T14" fmla="*/ 3388 w 3388"/>
              <a:gd name="T15" fmla="*/ 0 h 3815"/>
              <a:gd name="T16" fmla="*/ 3049 w 3388"/>
              <a:gd name="T17" fmla="*/ 0 h 38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88" h="3815">
                <a:moveTo>
                  <a:pt x="3049" y="0"/>
                </a:moveTo>
                <a:lnTo>
                  <a:pt x="3049" y="2951"/>
                </a:lnTo>
                <a:lnTo>
                  <a:pt x="0" y="2951"/>
                </a:lnTo>
                <a:lnTo>
                  <a:pt x="0" y="3815"/>
                </a:lnTo>
                <a:lnTo>
                  <a:pt x="3388" y="3815"/>
                </a:lnTo>
                <a:lnTo>
                  <a:pt x="3388" y="2969"/>
                </a:lnTo>
                <a:lnTo>
                  <a:pt x="3388" y="2951"/>
                </a:lnTo>
                <a:lnTo>
                  <a:pt x="3388" y="0"/>
                </a:lnTo>
                <a:lnTo>
                  <a:pt x="3049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1812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Dk green picture layou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ED81066A-C24A-4E74-9351-F12B6561E2D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20595" y="1078989"/>
            <a:ext cx="7464186" cy="4226003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272F0CA-07C0-447D-AD25-74BF79400D69}"/>
              </a:ext>
            </a:extLst>
          </p:cNvPr>
          <p:cNvSpPr/>
          <p:nvPr/>
        </p:nvSpPr>
        <p:spPr>
          <a:xfrm>
            <a:off x="274321" y="1078991"/>
            <a:ext cx="3846274" cy="5779007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079" y="1275788"/>
            <a:ext cx="3576228" cy="979691"/>
          </a:xfrm>
        </p:spPr>
        <p:txBody>
          <a:bodyPr/>
          <a:lstStyle>
            <a:lvl1pPr>
              <a:lnSpc>
                <a:spcPct val="90000"/>
              </a:lnSpc>
              <a:defRPr sz="3200" b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8079" y="2800350"/>
            <a:ext cx="3541945" cy="3816258"/>
          </a:xfrm>
        </p:spPr>
        <p:txBody>
          <a:bodyPr/>
          <a:lstStyle>
            <a:lvl1pPr marL="287338" indent="-287338">
              <a:lnSpc>
                <a:spcPct val="90000"/>
              </a:lnSpc>
              <a:buClr>
                <a:schemeClr val="tx1"/>
              </a:buClr>
              <a:buFont typeface="Century Gothic" panose="020B0502020202020204" pitchFamily="34" charset="0"/>
              <a:buChar char="•"/>
              <a:defRPr sz="2000">
                <a:latin typeface="Century Gothic" panose="020B0502020202020204" pitchFamily="34" charset="0"/>
              </a:defRPr>
            </a:lvl1pPr>
            <a:lvl2pPr marL="688975" indent="-285750">
              <a:lnSpc>
                <a:spcPct val="90000"/>
              </a:lnSpc>
              <a:buClr>
                <a:schemeClr val="tx1"/>
              </a:buClr>
              <a:buFont typeface="Century Gothic" panose="020B0502020202020204" pitchFamily="34" charset="0"/>
              <a:buChar char="–"/>
              <a:defRPr lang="en-US" sz="1800" kern="120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>
              <a:defRPr sz="1600"/>
            </a:lvl3pPr>
            <a:lvl4pPr>
              <a:defRPr sz="1400"/>
            </a:lvl4pPr>
            <a:lvl5pPr marL="1482725" indent="-2222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0DB01C-0316-7441-9D7D-F96D7A49FEAC}"/>
              </a:ext>
            </a:extLst>
          </p:cNvPr>
          <p:cNvSpPr/>
          <p:nvPr/>
        </p:nvSpPr>
        <p:spPr>
          <a:xfrm>
            <a:off x="0" y="320040"/>
            <a:ext cx="274320" cy="51090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70CC82-0B8B-1D4B-9F0D-823E1CAB4A9C}"/>
              </a:ext>
            </a:extLst>
          </p:cNvPr>
          <p:cNvSpPr/>
          <p:nvPr/>
        </p:nvSpPr>
        <p:spPr>
          <a:xfrm>
            <a:off x="274320" y="320040"/>
            <a:ext cx="1412673" cy="510909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732E67AB-06CD-417E-82A6-C485A480337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-4391" y="6626132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90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8EB24F-FBB3-41E8-90F7-B4AA493C6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129" y="456244"/>
            <a:ext cx="1088136" cy="261860"/>
          </a:xfrm>
          <a:prstGeom prst="rect">
            <a:avLst/>
          </a:prstGeom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E0FFF716-AFC7-4054-A1F8-2C39C30731D0}"/>
              </a:ext>
            </a:extLst>
          </p:cNvPr>
          <p:cNvSpPr>
            <a:spLocks/>
          </p:cNvSpPr>
          <p:nvPr/>
        </p:nvSpPr>
        <p:spPr bwMode="auto">
          <a:xfrm>
            <a:off x="4120595" y="1"/>
            <a:ext cx="8071405" cy="6857998"/>
          </a:xfrm>
          <a:custGeom>
            <a:avLst/>
            <a:gdLst>
              <a:gd name="T0" fmla="*/ 4151 w 4490"/>
              <a:gd name="T1" fmla="*/ 0 h 3815"/>
              <a:gd name="T2" fmla="*/ 4151 w 4490"/>
              <a:gd name="T3" fmla="*/ 2951 h 3815"/>
              <a:gd name="T4" fmla="*/ 0 w 4490"/>
              <a:gd name="T5" fmla="*/ 2951 h 3815"/>
              <a:gd name="T6" fmla="*/ 0 w 4490"/>
              <a:gd name="T7" fmla="*/ 3815 h 3815"/>
              <a:gd name="T8" fmla="*/ 4490 w 4490"/>
              <a:gd name="T9" fmla="*/ 3815 h 3815"/>
              <a:gd name="T10" fmla="*/ 4490 w 4490"/>
              <a:gd name="T11" fmla="*/ 2969 h 3815"/>
              <a:gd name="T12" fmla="*/ 4490 w 4490"/>
              <a:gd name="T13" fmla="*/ 2951 h 3815"/>
              <a:gd name="T14" fmla="*/ 4490 w 4490"/>
              <a:gd name="T15" fmla="*/ 0 h 3815"/>
              <a:gd name="T16" fmla="*/ 4151 w 4490"/>
              <a:gd name="T17" fmla="*/ 0 h 3815"/>
              <a:gd name="T18" fmla="*/ 4151 w 4490"/>
              <a:gd name="T19" fmla="*/ 0 h 38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490" h="3815">
                <a:moveTo>
                  <a:pt x="4151" y="0"/>
                </a:moveTo>
                <a:lnTo>
                  <a:pt x="4151" y="2951"/>
                </a:lnTo>
                <a:lnTo>
                  <a:pt x="0" y="2951"/>
                </a:lnTo>
                <a:lnTo>
                  <a:pt x="0" y="3815"/>
                </a:lnTo>
                <a:lnTo>
                  <a:pt x="4490" y="3815"/>
                </a:lnTo>
                <a:lnTo>
                  <a:pt x="4490" y="2969"/>
                </a:lnTo>
                <a:lnTo>
                  <a:pt x="4490" y="2951"/>
                </a:lnTo>
                <a:lnTo>
                  <a:pt x="4490" y="0"/>
                </a:lnTo>
                <a:lnTo>
                  <a:pt x="4151" y="0"/>
                </a:lnTo>
                <a:lnTo>
                  <a:pt x="4151" y="0"/>
                </a:lnTo>
                <a:close/>
              </a:path>
            </a:pathLst>
          </a:custGeom>
          <a:solidFill>
            <a:srgbClr val="4C88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40707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picture layou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ED81066A-C24A-4E74-9351-F12B6561E2D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4320" y="2381"/>
            <a:ext cx="11312843" cy="6342021"/>
          </a:xfrm>
          <a:noFill/>
          <a:ln>
            <a:noFill/>
          </a:ln>
        </p:spPr>
        <p:txBody>
          <a:bodyPr/>
          <a:lstStyle>
            <a:lvl1pPr marL="0" indent="0">
              <a:buFont typeface="Century Gothic" panose="020B0502020202020204" pitchFamily="34" charset="0"/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9" y="274320"/>
            <a:ext cx="11000232" cy="535531"/>
          </a:xfrm>
        </p:spPr>
        <p:txBody>
          <a:bodyPr/>
          <a:lstStyle>
            <a:lvl1pPr>
              <a:lnSpc>
                <a:spcPct val="90000"/>
              </a:lnSpc>
              <a:defRPr sz="3200" b="0">
                <a:solidFill>
                  <a:schemeClr val="tx1"/>
                </a:solidFill>
                <a:effectLst/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Rectangle 256">
            <a:extLst>
              <a:ext uri="{FF2B5EF4-FFF2-40B4-BE49-F238E27FC236}">
                <a16:creationId xmlns:a16="http://schemas.microsoft.com/office/drawing/2014/main" id="{50787286-CD5D-43D9-B8DA-70C3358DC829}"/>
              </a:ext>
            </a:extLst>
          </p:cNvPr>
          <p:cNvSpPr txBox="1">
            <a:spLocks noChangeArrowheads="1"/>
          </p:cNvSpPr>
          <p:nvPr/>
        </p:nvSpPr>
        <p:spPr>
          <a:xfrm>
            <a:off x="8010283" y="6477000"/>
            <a:ext cx="3860800" cy="182562"/>
          </a:xfrm>
          <a:prstGeom prst="rect">
            <a:avLst/>
          </a:prstGeom>
          <a:ln/>
        </p:spPr>
        <p:txBody>
          <a:bodyPr anchor="ctr"/>
          <a:lstStyle/>
          <a:p>
            <a:pPr algn="r"/>
            <a:r>
              <a:rPr lang="en-US" sz="1000" dirty="0">
                <a:solidFill>
                  <a:schemeClr val="bg1"/>
                </a:solidFill>
                <a:latin typeface="Century Gothic" panose="020B0502020202020204" pitchFamily="34" charset="0"/>
                <a:cs typeface="Arial" pitchFamily="34" charset="0"/>
              </a:rPr>
              <a:t> </a:t>
            </a:r>
          </a:p>
        </p:txBody>
      </p:sp>
      <p:sp>
        <p:nvSpPr>
          <p:cNvPr id="16" name="Freeform 9">
            <a:extLst>
              <a:ext uri="{FF2B5EF4-FFF2-40B4-BE49-F238E27FC236}">
                <a16:creationId xmlns:a16="http://schemas.microsoft.com/office/drawing/2014/main" id="{D938724D-E109-43B4-9560-1552E26DB04A}"/>
              </a:ext>
            </a:extLst>
          </p:cNvPr>
          <p:cNvSpPr>
            <a:spLocks/>
          </p:cNvSpPr>
          <p:nvPr/>
        </p:nvSpPr>
        <p:spPr bwMode="auto">
          <a:xfrm>
            <a:off x="6026150" y="0"/>
            <a:ext cx="6165850" cy="6858000"/>
          </a:xfrm>
          <a:custGeom>
            <a:avLst/>
            <a:gdLst>
              <a:gd name="T0" fmla="*/ 3502 w 3884"/>
              <a:gd name="T1" fmla="*/ 0 h 4320"/>
              <a:gd name="T2" fmla="*/ 3502 w 3884"/>
              <a:gd name="T3" fmla="*/ 3998 h 4320"/>
              <a:gd name="T4" fmla="*/ 0 w 3884"/>
              <a:gd name="T5" fmla="*/ 3998 h 4320"/>
              <a:gd name="T6" fmla="*/ 0 w 3884"/>
              <a:gd name="T7" fmla="*/ 4320 h 4320"/>
              <a:gd name="T8" fmla="*/ 3502 w 3884"/>
              <a:gd name="T9" fmla="*/ 4320 h 4320"/>
              <a:gd name="T10" fmla="*/ 3884 w 3884"/>
              <a:gd name="T11" fmla="*/ 4320 h 4320"/>
              <a:gd name="T12" fmla="*/ 3884 w 3884"/>
              <a:gd name="T13" fmla="*/ 3998 h 4320"/>
              <a:gd name="T14" fmla="*/ 3884 w 3884"/>
              <a:gd name="T15" fmla="*/ 0 h 4320"/>
              <a:gd name="T16" fmla="*/ 3502 w 3884"/>
              <a:gd name="T17" fmla="*/ 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884" h="4320">
                <a:moveTo>
                  <a:pt x="3502" y="0"/>
                </a:moveTo>
                <a:lnTo>
                  <a:pt x="3502" y="3998"/>
                </a:lnTo>
                <a:lnTo>
                  <a:pt x="0" y="3998"/>
                </a:lnTo>
                <a:lnTo>
                  <a:pt x="0" y="4320"/>
                </a:lnTo>
                <a:lnTo>
                  <a:pt x="3502" y="4320"/>
                </a:lnTo>
                <a:lnTo>
                  <a:pt x="3884" y="4320"/>
                </a:lnTo>
                <a:lnTo>
                  <a:pt x="3884" y="3998"/>
                </a:lnTo>
                <a:lnTo>
                  <a:pt x="3884" y="0"/>
                </a:lnTo>
                <a:lnTo>
                  <a:pt x="3502" y="0"/>
                </a:lnTo>
                <a:close/>
              </a:path>
            </a:pathLst>
          </a:custGeom>
          <a:solidFill>
            <a:srgbClr val="4087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900E375-D0D6-466C-A383-E914B5C8AE5A}"/>
              </a:ext>
            </a:extLst>
          </p:cNvPr>
          <p:cNvSpPr/>
          <p:nvPr/>
        </p:nvSpPr>
        <p:spPr>
          <a:xfrm>
            <a:off x="0" y="6344402"/>
            <a:ext cx="274320" cy="510909"/>
          </a:xfrm>
          <a:prstGeom prst="rect">
            <a:avLst/>
          </a:prstGeom>
          <a:solidFill>
            <a:srgbClr val="397D5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D090841D-81E2-4E83-8067-E18C5C3AF8F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-4391" y="6626132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90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FCA792B-F3C6-440D-9FAF-B0D8AC4CDCB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604" y="6472945"/>
            <a:ext cx="1093661" cy="26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2735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307" y="175823"/>
            <a:ext cx="11375435" cy="4847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7563" y="1066400"/>
            <a:ext cx="11372771" cy="4047778"/>
          </a:xfrm>
        </p:spPr>
        <p:txBody>
          <a:bodyPr/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82725" indent="-222250">
              <a:buFont typeface="Arial" panose="020B0604020202020204" pitchFamily="34" charset="0"/>
              <a:buChar char="•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2419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594" y="411480"/>
            <a:ext cx="11504904" cy="48474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893457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21339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DE599B-3106-4E93-9C06-32600DD1A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6E581-5EA1-434E-AAB0-9464C137584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D6D19E-9028-40FE-8DA1-140EB4435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E7DA1A-3985-4AFF-9B2A-EA0A18CAD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2C614-B169-4E31-9334-621CEAD53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149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337BA4A-B024-42C0-AEE3-721B228F8259}"/>
              </a:ext>
            </a:extLst>
          </p:cNvPr>
          <p:cNvSpPr/>
          <p:nvPr/>
        </p:nvSpPr>
        <p:spPr>
          <a:xfrm>
            <a:off x="0" y="320040"/>
            <a:ext cx="274320" cy="51090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9E6EA7-E7F1-42F0-95B8-1B1A5A465AF6}"/>
              </a:ext>
            </a:extLst>
          </p:cNvPr>
          <p:cNvSpPr/>
          <p:nvPr/>
        </p:nvSpPr>
        <p:spPr>
          <a:xfrm>
            <a:off x="274320" y="320040"/>
            <a:ext cx="1412673" cy="510909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A5D040-4FD6-4BA1-AC81-B5CFF26CC67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4321" y="1074420"/>
            <a:ext cx="11334582" cy="423324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67160" y="5343835"/>
            <a:ext cx="53848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dirty="0">
                <a:solidFill>
                  <a:schemeClr val="tx1"/>
                </a:solidFill>
                <a:latin typeface="Century Gothic" panose="020B0502020202020204" pitchFamily="34" charset="0"/>
              </a:rPr>
              <a:t>ORNL is managed by UT-Battelle, LLC for the US Department of Energy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28736" y="1388962"/>
            <a:ext cx="8678194" cy="867930"/>
          </a:xfrm>
        </p:spPr>
        <p:txBody>
          <a:bodyPr/>
          <a:lstStyle>
            <a:lvl1pPr algn="l">
              <a:defRPr sz="2800" b="1" baseline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7481" y="3013455"/>
            <a:ext cx="5440514" cy="2028101"/>
          </a:xfrm>
        </p:spPr>
        <p:txBody>
          <a:bodyPr/>
          <a:lstStyle>
            <a:lvl1pPr marL="0" indent="0" algn="l">
              <a:buNone/>
              <a:defRPr sz="1800" b="1" baseline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5E99884-2636-4794-A093-0F9256951E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129" y="456244"/>
            <a:ext cx="1088136" cy="261860"/>
          </a:xfrm>
          <a:prstGeom prst="rect">
            <a:avLst/>
          </a:prstGeom>
        </p:spPr>
      </p:pic>
      <p:sp>
        <p:nvSpPr>
          <p:cNvPr id="15" name="Freeform 7">
            <a:extLst>
              <a:ext uri="{FF2B5EF4-FFF2-40B4-BE49-F238E27FC236}">
                <a16:creationId xmlns:a16="http://schemas.microsoft.com/office/drawing/2014/main" id="{454A96CC-B6D3-471D-892D-1DBFEFBD0D12}"/>
              </a:ext>
            </a:extLst>
          </p:cNvPr>
          <p:cNvSpPr>
            <a:spLocks/>
          </p:cNvSpPr>
          <p:nvPr/>
        </p:nvSpPr>
        <p:spPr bwMode="auto">
          <a:xfrm>
            <a:off x="6096000" y="0"/>
            <a:ext cx="6096000" cy="6858000"/>
          </a:xfrm>
          <a:custGeom>
            <a:avLst/>
            <a:gdLst>
              <a:gd name="T0" fmla="*/ 3049 w 3388"/>
              <a:gd name="T1" fmla="*/ 0 h 3815"/>
              <a:gd name="T2" fmla="*/ 3049 w 3388"/>
              <a:gd name="T3" fmla="*/ 2951 h 3815"/>
              <a:gd name="T4" fmla="*/ 0 w 3388"/>
              <a:gd name="T5" fmla="*/ 2951 h 3815"/>
              <a:gd name="T6" fmla="*/ 0 w 3388"/>
              <a:gd name="T7" fmla="*/ 3815 h 3815"/>
              <a:gd name="T8" fmla="*/ 3388 w 3388"/>
              <a:gd name="T9" fmla="*/ 3815 h 3815"/>
              <a:gd name="T10" fmla="*/ 3388 w 3388"/>
              <a:gd name="T11" fmla="*/ 2969 h 3815"/>
              <a:gd name="T12" fmla="*/ 3388 w 3388"/>
              <a:gd name="T13" fmla="*/ 2951 h 3815"/>
              <a:gd name="T14" fmla="*/ 3388 w 3388"/>
              <a:gd name="T15" fmla="*/ 0 h 3815"/>
              <a:gd name="T16" fmla="*/ 3049 w 3388"/>
              <a:gd name="T17" fmla="*/ 0 h 38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88" h="3815">
                <a:moveTo>
                  <a:pt x="3049" y="0"/>
                </a:moveTo>
                <a:lnTo>
                  <a:pt x="3049" y="2951"/>
                </a:lnTo>
                <a:lnTo>
                  <a:pt x="0" y="2951"/>
                </a:lnTo>
                <a:lnTo>
                  <a:pt x="0" y="3815"/>
                </a:lnTo>
                <a:lnTo>
                  <a:pt x="3388" y="3815"/>
                </a:lnTo>
                <a:lnTo>
                  <a:pt x="3388" y="2969"/>
                </a:lnTo>
                <a:lnTo>
                  <a:pt x="3388" y="2951"/>
                </a:lnTo>
                <a:lnTo>
                  <a:pt x="3388" y="0"/>
                </a:lnTo>
                <a:lnTo>
                  <a:pt x="3049" y="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63196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075808F-0ED2-4068-A4D0-F388ACD18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03" y="6449209"/>
            <a:ext cx="2020824" cy="3108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7" y="274320"/>
            <a:ext cx="11430000" cy="480131"/>
          </a:xfrm>
        </p:spPr>
        <p:txBody>
          <a:bodyPr/>
          <a:lstStyle>
            <a:lvl1pPr>
              <a:lnSpc>
                <a:spcPct val="90000"/>
              </a:lnSpc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055" y="1064186"/>
            <a:ext cx="11430000" cy="4047778"/>
          </a:xfrm>
        </p:spPr>
        <p:txBody>
          <a:bodyPr/>
          <a:lstStyle>
            <a:lvl1pPr marL="288925" indent="-288925">
              <a:lnSpc>
                <a:spcPct val="105000"/>
              </a:lnSpc>
              <a:spcBef>
                <a:spcPts val="1200"/>
              </a:spcBef>
              <a:buClr>
                <a:schemeClr val="tx1"/>
              </a:buClr>
              <a:buSzPct val="90000"/>
              <a:buFont typeface="Century Gothic" panose="020B0502020202020204" pitchFamily="34" charset="0"/>
              <a:buChar char="•"/>
              <a:defRPr lang="en-US" sz="2400" b="1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25475" indent="-227013">
              <a:lnSpc>
                <a:spcPct val="105000"/>
              </a:lnSpc>
              <a:spcBef>
                <a:spcPts val="600"/>
              </a:spcBef>
              <a:buClr>
                <a:schemeClr val="tx1"/>
              </a:buClr>
              <a:buSzPct val="90000"/>
              <a:buFont typeface="Century Gothic" panose="020B0502020202020204" pitchFamily="34" charset="0"/>
              <a:buChar char="–"/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969963" indent="-227013">
              <a:lnSpc>
                <a:spcPct val="105000"/>
              </a:lnSpc>
              <a:buClr>
                <a:schemeClr val="tx1"/>
              </a:buClr>
              <a:buSzPct val="90000"/>
              <a:buFont typeface="Century Gothic" panose="020B0502020202020204" pitchFamily="34" charset="0"/>
              <a:buChar char="•"/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buClr>
                <a:schemeClr val="tx1"/>
              </a:buClr>
              <a:defRPr>
                <a:latin typeface="+mn-lt"/>
                <a:cs typeface="Arial" panose="020B0604020202020204" pitchFamily="34" charset="0"/>
              </a:defRPr>
            </a:lvl4pPr>
            <a:lvl5pPr marL="1482725" indent="-222250">
              <a:buClr>
                <a:schemeClr val="tx1"/>
              </a:buClr>
              <a:buFont typeface="Arial" panose="020B0604020202020204" pitchFamily="34" charset="0"/>
              <a:buChar char="•"/>
              <a:defRPr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85FFDA-509C-4548-B17D-5409853CA429}"/>
              </a:ext>
            </a:extLst>
          </p:cNvPr>
          <p:cNvSpPr/>
          <p:nvPr/>
        </p:nvSpPr>
        <p:spPr>
          <a:xfrm>
            <a:off x="0" y="320040"/>
            <a:ext cx="274320" cy="653795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D9F2534-297B-446C-B822-74E3C23864F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-4391" y="6626132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900" b="1" smtClean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900" b="1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8" name="Rectangle 256">
            <a:extLst>
              <a:ext uri="{FF2B5EF4-FFF2-40B4-BE49-F238E27FC236}">
                <a16:creationId xmlns:a16="http://schemas.microsoft.com/office/drawing/2014/main" id="{6349825E-C749-4CDB-BDE4-DDAFE00D2BF9}"/>
              </a:ext>
            </a:extLst>
          </p:cNvPr>
          <p:cNvSpPr txBox="1">
            <a:spLocks noChangeArrowheads="1"/>
          </p:cNvSpPr>
          <p:nvPr/>
        </p:nvSpPr>
        <p:spPr>
          <a:xfrm>
            <a:off x="8010282" y="6583680"/>
            <a:ext cx="3860800" cy="182562"/>
          </a:xfrm>
          <a:prstGeom prst="rect">
            <a:avLst/>
          </a:prstGeom>
          <a:ln/>
        </p:spPr>
        <p:txBody>
          <a:bodyPr anchor="ctr"/>
          <a:lstStyle/>
          <a:p>
            <a:pPr algn="r"/>
            <a:r>
              <a:rPr lang="en-US" sz="1000" dirty="0">
                <a:solidFill>
                  <a:srgbClr val="BFBFBF"/>
                </a:solidFill>
                <a:latin typeface="+mn-lt"/>
                <a:cs typeface="Arial" pitchFamily="34" charset="0"/>
              </a:rPr>
              <a:t> </a:t>
            </a:r>
          </a:p>
        </p:txBody>
      </p:sp>
      <p:sp>
        <p:nvSpPr>
          <p:cNvPr id="11" name="Rectangle 256">
            <a:extLst>
              <a:ext uri="{FF2B5EF4-FFF2-40B4-BE49-F238E27FC236}">
                <a16:creationId xmlns:a16="http://schemas.microsoft.com/office/drawing/2014/main" id="{8F76FC54-2087-409A-91BF-D5F8A238CB8A}"/>
              </a:ext>
            </a:extLst>
          </p:cNvPr>
          <p:cNvSpPr txBox="1">
            <a:spLocks noChangeArrowheads="1"/>
          </p:cNvSpPr>
          <p:nvPr/>
        </p:nvSpPr>
        <p:spPr>
          <a:xfrm>
            <a:off x="7879797" y="6534851"/>
            <a:ext cx="4185374" cy="182562"/>
          </a:xfrm>
          <a:prstGeom prst="rect">
            <a:avLst/>
          </a:prstGeom>
          <a:ln/>
        </p:spPr>
        <p:txBody>
          <a:bodyPr anchor="ctr"/>
          <a:lstStyle/>
          <a:p>
            <a:pPr algn="r"/>
            <a:r>
              <a:rPr lang="en-US" sz="800" b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ORNL- Internal Use Only </a:t>
            </a:r>
          </a:p>
        </p:txBody>
      </p:sp>
    </p:spTree>
    <p:extLst>
      <p:ext uri="{BB962C8B-B14F-4D97-AF65-F5344CB8AC3E}">
        <p14:creationId xmlns:p14="http://schemas.microsoft.com/office/powerpoint/2010/main" val="27342781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7DAB3A-4154-42CC-B73A-07DD412DD14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401" b="-1"/>
          <a:stretch/>
        </p:blipFill>
        <p:spPr>
          <a:xfrm>
            <a:off x="6095998" y="1078992"/>
            <a:ext cx="5535025" cy="422867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679D6E9-7CB6-4816-BA71-A98C108727C8}"/>
              </a:ext>
            </a:extLst>
          </p:cNvPr>
          <p:cNvSpPr/>
          <p:nvPr/>
        </p:nvSpPr>
        <p:spPr>
          <a:xfrm>
            <a:off x="274320" y="1078992"/>
            <a:ext cx="5821680" cy="4228673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F2F47A-E421-4CE0-A746-76A8C436B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352479"/>
            <a:ext cx="5413469" cy="480131"/>
          </a:xfrm>
        </p:spPr>
        <p:txBody>
          <a:bodyPr/>
          <a:lstStyle>
            <a:lvl1pPr>
              <a:defRPr sz="28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6068FB31-3CF5-496E-BC0D-61D682234A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12217" y="2891883"/>
            <a:ext cx="5431021" cy="2252546"/>
          </a:xfrm>
        </p:spPr>
        <p:txBody>
          <a:bodyPr/>
          <a:lstStyle>
            <a:lvl1pPr marL="287338" indent="-287338">
              <a:buClr>
                <a:schemeClr val="tx1"/>
              </a:buClr>
              <a:buFont typeface="Century Gothic" panose="020B0502020202020204" pitchFamily="34" charset="0"/>
              <a:buChar char="•"/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8975" indent="-285750">
              <a:buClr>
                <a:schemeClr val="tx1"/>
              </a:buClr>
              <a:buFont typeface="Century Gothic" panose="020B0502020202020204" pitchFamily="34" charset="0"/>
              <a:buChar char="–"/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1600"/>
            </a:lvl3pPr>
            <a:lvl4pPr>
              <a:defRPr sz="1400"/>
            </a:lvl4pPr>
            <a:lvl5pPr marL="1482725" indent="-2222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8ACC93F-6123-3F49-8C15-4A811AF8B7BB}"/>
              </a:ext>
            </a:extLst>
          </p:cNvPr>
          <p:cNvSpPr/>
          <p:nvPr/>
        </p:nvSpPr>
        <p:spPr>
          <a:xfrm>
            <a:off x="0" y="320040"/>
            <a:ext cx="274320" cy="51090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756F41-5AD0-C346-AE90-A0206E07D1B9}"/>
              </a:ext>
            </a:extLst>
          </p:cNvPr>
          <p:cNvSpPr/>
          <p:nvPr/>
        </p:nvSpPr>
        <p:spPr>
          <a:xfrm>
            <a:off x="274320" y="320040"/>
            <a:ext cx="1412673" cy="510909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CE79036-1F33-40EB-AB47-F9529E5C3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129" y="456244"/>
            <a:ext cx="1088136" cy="261860"/>
          </a:xfrm>
          <a:prstGeom prst="rect">
            <a:avLst/>
          </a:prstGeom>
        </p:spPr>
      </p:pic>
      <p:sp>
        <p:nvSpPr>
          <p:cNvPr id="12" name="Freeform 7">
            <a:extLst>
              <a:ext uri="{FF2B5EF4-FFF2-40B4-BE49-F238E27FC236}">
                <a16:creationId xmlns:a16="http://schemas.microsoft.com/office/drawing/2014/main" id="{3E861E90-11A2-4A0B-85EB-1A2865C9A48F}"/>
              </a:ext>
            </a:extLst>
          </p:cNvPr>
          <p:cNvSpPr>
            <a:spLocks/>
          </p:cNvSpPr>
          <p:nvPr/>
        </p:nvSpPr>
        <p:spPr bwMode="auto">
          <a:xfrm>
            <a:off x="6096000" y="0"/>
            <a:ext cx="6096000" cy="6858000"/>
          </a:xfrm>
          <a:custGeom>
            <a:avLst/>
            <a:gdLst>
              <a:gd name="T0" fmla="*/ 3049 w 3388"/>
              <a:gd name="T1" fmla="*/ 0 h 3815"/>
              <a:gd name="T2" fmla="*/ 3049 w 3388"/>
              <a:gd name="T3" fmla="*/ 2951 h 3815"/>
              <a:gd name="T4" fmla="*/ 0 w 3388"/>
              <a:gd name="T5" fmla="*/ 2951 h 3815"/>
              <a:gd name="T6" fmla="*/ 0 w 3388"/>
              <a:gd name="T7" fmla="*/ 3815 h 3815"/>
              <a:gd name="T8" fmla="*/ 3388 w 3388"/>
              <a:gd name="T9" fmla="*/ 3815 h 3815"/>
              <a:gd name="T10" fmla="*/ 3388 w 3388"/>
              <a:gd name="T11" fmla="*/ 2969 h 3815"/>
              <a:gd name="T12" fmla="*/ 3388 w 3388"/>
              <a:gd name="T13" fmla="*/ 2951 h 3815"/>
              <a:gd name="T14" fmla="*/ 3388 w 3388"/>
              <a:gd name="T15" fmla="*/ 0 h 3815"/>
              <a:gd name="T16" fmla="*/ 3049 w 3388"/>
              <a:gd name="T17" fmla="*/ 0 h 38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88" h="3815">
                <a:moveTo>
                  <a:pt x="3049" y="0"/>
                </a:moveTo>
                <a:lnTo>
                  <a:pt x="3049" y="2951"/>
                </a:lnTo>
                <a:lnTo>
                  <a:pt x="0" y="2951"/>
                </a:lnTo>
                <a:lnTo>
                  <a:pt x="0" y="3815"/>
                </a:lnTo>
                <a:lnTo>
                  <a:pt x="3388" y="3815"/>
                </a:lnTo>
                <a:lnTo>
                  <a:pt x="3388" y="2969"/>
                </a:lnTo>
                <a:lnTo>
                  <a:pt x="3388" y="2951"/>
                </a:lnTo>
                <a:lnTo>
                  <a:pt x="3388" y="0"/>
                </a:lnTo>
                <a:lnTo>
                  <a:pt x="3049" y="0"/>
                </a:lnTo>
                <a:close/>
              </a:path>
            </a:pathLst>
          </a:custGeom>
          <a:solidFill>
            <a:srgbClr val="CBCBC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53924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k green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297E105-7258-44FF-A52D-AF405061854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96" t="1" r="-401" b="-3"/>
          <a:stretch/>
        </p:blipFill>
        <p:spPr>
          <a:xfrm>
            <a:off x="6120138" y="0"/>
            <a:ext cx="609388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B2B7B28-61F3-40A9-ADEA-9658171D3710}"/>
              </a:ext>
            </a:extLst>
          </p:cNvPr>
          <p:cNvSpPr/>
          <p:nvPr/>
        </p:nvSpPr>
        <p:spPr>
          <a:xfrm>
            <a:off x="6095637" y="0"/>
            <a:ext cx="5486764" cy="5300663"/>
          </a:xfrm>
          <a:prstGeom prst="rect">
            <a:avLst/>
          </a:prstGeom>
          <a:solidFill>
            <a:schemeClr val="bg1"/>
          </a:solidFill>
          <a:ln w="38100">
            <a:noFill/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ED81066A-C24A-4E74-9351-F12B6561E2D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5637" y="1083755"/>
            <a:ext cx="5486764" cy="421929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3439C5-4231-ED43-91B8-86779195C116}"/>
              </a:ext>
            </a:extLst>
          </p:cNvPr>
          <p:cNvSpPr/>
          <p:nvPr/>
        </p:nvSpPr>
        <p:spPr>
          <a:xfrm>
            <a:off x="0" y="320040"/>
            <a:ext cx="274320" cy="51090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C7DBBE-95AC-E843-979A-A1A45836011E}"/>
              </a:ext>
            </a:extLst>
          </p:cNvPr>
          <p:cNvSpPr/>
          <p:nvPr/>
        </p:nvSpPr>
        <p:spPr>
          <a:xfrm>
            <a:off x="274320" y="320040"/>
            <a:ext cx="1412673" cy="510909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29C1BABE-6AB9-4F04-A1D6-C28E4287362E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-4391" y="6626132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90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D325F85-B4F1-4C5D-855D-1BE9D9C17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129" y="456244"/>
            <a:ext cx="1088136" cy="261860"/>
          </a:xfrm>
          <a:prstGeom prst="rect">
            <a:avLst/>
          </a:prstGeom>
        </p:spPr>
      </p:pic>
      <p:sp>
        <p:nvSpPr>
          <p:cNvPr id="10" name="Line 5">
            <a:extLst>
              <a:ext uri="{FF2B5EF4-FFF2-40B4-BE49-F238E27FC236}">
                <a16:creationId xmlns:a16="http://schemas.microsoft.com/office/drawing/2014/main" id="{1F888CF4-3F65-4925-A47B-614AFCDC0550}"/>
              </a:ext>
            </a:extLst>
          </p:cNvPr>
          <p:cNvSpPr>
            <a:spLocks noChangeShapeType="1"/>
          </p:cNvSpPr>
          <p:nvPr/>
        </p:nvSpPr>
        <p:spPr bwMode="auto">
          <a:xfrm>
            <a:off x="8004175" y="822325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8" name="Line 6">
            <a:extLst>
              <a:ext uri="{FF2B5EF4-FFF2-40B4-BE49-F238E27FC236}">
                <a16:creationId xmlns:a16="http://schemas.microsoft.com/office/drawing/2014/main" id="{4CFFE01C-81C8-4437-B6F5-7BAAEE5FC29F}"/>
              </a:ext>
            </a:extLst>
          </p:cNvPr>
          <p:cNvSpPr>
            <a:spLocks noChangeShapeType="1"/>
          </p:cNvSpPr>
          <p:nvPr/>
        </p:nvSpPr>
        <p:spPr bwMode="auto">
          <a:xfrm>
            <a:off x="8004175" y="822325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272F0CA-07C0-447D-AD25-74BF79400D69}"/>
              </a:ext>
            </a:extLst>
          </p:cNvPr>
          <p:cNvSpPr/>
          <p:nvPr/>
        </p:nvSpPr>
        <p:spPr>
          <a:xfrm>
            <a:off x="274320" y="1078992"/>
            <a:ext cx="5821680" cy="4221671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FEC37E6-9CB3-42BD-92E2-21279E626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352479"/>
            <a:ext cx="5413469" cy="480131"/>
          </a:xfrm>
        </p:spPr>
        <p:txBody>
          <a:bodyPr/>
          <a:lstStyle>
            <a:lvl1pPr>
              <a:defRPr sz="28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5C35D772-C537-4531-8563-128B2CED58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12217" y="2891883"/>
            <a:ext cx="5431021" cy="2252546"/>
          </a:xfrm>
        </p:spPr>
        <p:txBody>
          <a:bodyPr/>
          <a:lstStyle>
            <a:lvl1pPr marL="287338" indent="-287338">
              <a:buClr>
                <a:schemeClr val="tx1"/>
              </a:buClr>
              <a:buFont typeface="Century Gothic" panose="020B0502020202020204" pitchFamily="34" charset="0"/>
              <a:buChar char="•"/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8975" indent="-285750">
              <a:buClr>
                <a:schemeClr val="tx1"/>
              </a:buClr>
              <a:buFont typeface="Century Gothic" panose="020B0502020202020204" pitchFamily="34" charset="0"/>
              <a:buChar char="–"/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1600"/>
            </a:lvl3pPr>
            <a:lvl4pPr>
              <a:defRPr sz="1400"/>
            </a:lvl4pPr>
            <a:lvl5pPr marL="1482725" indent="-2222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1948419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885FFDA-509C-4548-B17D-5409853CA429}"/>
              </a:ext>
            </a:extLst>
          </p:cNvPr>
          <p:cNvSpPr/>
          <p:nvPr/>
        </p:nvSpPr>
        <p:spPr>
          <a:xfrm>
            <a:off x="0" y="320040"/>
            <a:ext cx="274320" cy="653795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274320"/>
            <a:ext cx="11425236" cy="535531"/>
          </a:xfrm>
        </p:spPr>
        <p:txBody>
          <a:bodyPr/>
          <a:lstStyle>
            <a:lvl1pPr>
              <a:lnSpc>
                <a:spcPct val="90000"/>
              </a:lnSpc>
              <a:defRPr sz="320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D9F2534-297B-446C-B822-74E3C23864F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-4391" y="6626132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90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911F93-34D4-49C9-8A88-C4DDE1F1E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129" y="6477000"/>
            <a:ext cx="1088136" cy="261860"/>
          </a:xfrm>
          <a:prstGeom prst="rect">
            <a:avLst/>
          </a:prstGeom>
        </p:spPr>
      </p:pic>
      <p:sp>
        <p:nvSpPr>
          <p:cNvPr id="7" name="Rectangle 256">
            <a:extLst>
              <a:ext uri="{FF2B5EF4-FFF2-40B4-BE49-F238E27FC236}">
                <a16:creationId xmlns:a16="http://schemas.microsoft.com/office/drawing/2014/main" id="{BF6A1C92-1EE6-4390-85D8-ACD208CF9DB8}"/>
              </a:ext>
            </a:extLst>
          </p:cNvPr>
          <p:cNvSpPr txBox="1">
            <a:spLocks noChangeArrowheads="1"/>
          </p:cNvSpPr>
          <p:nvPr/>
        </p:nvSpPr>
        <p:spPr>
          <a:xfrm>
            <a:off x="8010282" y="6583680"/>
            <a:ext cx="3860800" cy="182562"/>
          </a:xfrm>
          <a:prstGeom prst="rect">
            <a:avLst/>
          </a:prstGeom>
          <a:ln/>
        </p:spPr>
        <p:txBody>
          <a:bodyPr anchor="ctr"/>
          <a:lstStyle/>
          <a:p>
            <a:pPr algn="r"/>
            <a:r>
              <a:rPr lang="en-US" sz="1000" dirty="0">
                <a:solidFill>
                  <a:srgbClr val="BFBFBF"/>
                </a:solidFill>
                <a:latin typeface="+mn-lt"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686119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D6DB211-F94D-644A-8C58-020193A03AAA}"/>
              </a:ext>
            </a:extLst>
          </p:cNvPr>
          <p:cNvSpPr/>
          <p:nvPr/>
        </p:nvSpPr>
        <p:spPr>
          <a:xfrm>
            <a:off x="0" y="320040"/>
            <a:ext cx="274320" cy="653795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274320"/>
            <a:ext cx="11504904" cy="535531"/>
          </a:xfrm>
        </p:spPr>
        <p:txBody>
          <a:bodyPr/>
          <a:lstStyle>
            <a:lvl1pPr>
              <a:lnSpc>
                <a:spcPct val="90000"/>
              </a:lnSpc>
              <a:defRPr sz="3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010" y="1444752"/>
            <a:ext cx="5507832" cy="821190"/>
          </a:xfrm>
        </p:spPr>
        <p:txBody>
          <a:bodyPr anchor="b"/>
          <a:lstStyle>
            <a:lvl1pPr marL="0" indent="0">
              <a:buNone/>
              <a:defRPr sz="2400" b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7010" y="2275467"/>
            <a:ext cx="5507832" cy="3373229"/>
          </a:xfrm>
        </p:spPr>
        <p:txBody>
          <a:bodyPr/>
          <a:lstStyle>
            <a:lvl1pPr marL="230188" indent="-230188">
              <a:buClr>
                <a:schemeClr val="tx1"/>
              </a:buClr>
              <a:buFont typeface="Century Gothic" panose="020B0502020202020204" pitchFamily="34" charset="0"/>
              <a:buChar char="•"/>
              <a:defRPr sz="200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25475" indent="-279400">
              <a:buClr>
                <a:schemeClr val="tx1"/>
              </a:buClr>
              <a:buSzPct val="90000"/>
              <a:buFont typeface="Century Gothic" panose="020B0502020202020204" pitchFamily="34" charset="0"/>
              <a:buChar char="–"/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914400" indent="-230188">
              <a:buClr>
                <a:schemeClr val="tx1"/>
              </a:buClr>
              <a:buFont typeface="Century Gothic" panose="020B0502020202020204" pitchFamily="34" charset="0"/>
              <a:buChar char="•"/>
              <a:defRPr sz="160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971550" indent="0">
              <a:buClr>
                <a:schemeClr val="tx1"/>
              </a:buClr>
              <a:buFont typeface="Century Gothic" panose="020B0502020202020204" pitchFamily="34" charset="0"/>
              <a:buNone/>
              <a:defRPr sz="1400">
                <a:latin typeface="+mn-lt"/>
              </a:defRPr>
            </a:lvl4pPr>
            <a:lvl5pPr marL="1482725" indent="-222250">
              <a:buClr>
                <a:schemeClr val="tx1"/>
              </a:buClr>
              <a:buFont typeface="Century Gothic" panose="020B0502020202020204" pitchFamily="34" charset="0"/>
              <a:buChar char="•"/>
              <a:defRPr sz="1600">
                <a:latin typeface="+mn-lt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444752"/>
            <a:ext cx="5504688" cy="821190"/>
          </a:xfrm>
        </p:spPr>
        <p:txBody>
          <a:bodyPr anchor="b"/>
          <a:lstStyle>
            <a:lvl1pPr marL="0" indent="0">
              <a:buNone/>
              <a:defRPr sz="2400" b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275467"/>
            <a:ext cx="5504688" cy="3373229"/>
          </a:xfrm>
        </p:spPr>
        <p:txBody>
          <a:bodyPr/>
          <a:lstStyle>
            <a:lvl1pPr marL="287338" indent="-287338">
              <a:buClr>
                <a:schemeClr val="tx1"/>
              </a:buClr>
              <a:buFont typeface="Century Gothic" panose="020B0502020202020204" pitchFamily="34" charset="0"/>
              <a:buChar char="•"/>
              <a:defRPr sz="200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25475" indent="-279400">
              <a:buClr>
                <a:schemeClr val="tx1"/>
              </a:buClr>
              <a:buSzPct val="90000"/>
              <a:buFont typeface="Century Gothic" panose="020B0502020202020204" pitchFamily="34" charset="0"/>
              <a:buChar char="–"/>
              <a:defRPr sz="1800" baseline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914400" indent="-230188">
              <a:buClr>
                <a:schemeClr val="tx1"/>
              </a:buClr>
              <a:buFont typeface="Century Gothic" panose="020B0502020202020204" pitchFamily="34" charset="0"/>
              <a:buChar char="•"/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144588" indent="-173038">
              <a:buClr>
                <a:schemeClr val="tx1"/>
              </a:buClr>
              <a:buFont typeface="Century Gothic" panose="020B0502020202020204" pitchFamily="34" charset="0"/>
              <a:buChar char="•"/>
              <a:defRPr sz="1400">
                <a:latin typeface="+mn-lt"/>
              </a:defRPr>
            </a:lvl4pPr>
            <a:lvl5pPr marL="1482725" indent="-222250">
              <a:buClr>
                <a:schemeClr val="tx1"/>
              </a:buClr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0C0632-ACDA-4D24-A2CC-14539B91BC5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-4391" y="6626132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90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EEDC71-13B7-4B76-A967-98C8665C4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129" y="6486525"/>
            <a:ext cx="1088136" cy="261860"/>
          </a:xfrm>
          <a:prstGeom prst="rect">
            <a:avLst/>
          </a:prstGeom>
        </p:spPr>
      </p:pic>
      <p:sp>
        <p:nvSpPr>
          <p:cNvPr id="12" name="Rectangle 256">
            <a:extLst>
              <a:ext uri="{FF2B5EF4-FFF2-40B4-BE49-F238E27FC236}">
                <a16:creationId xmlns:a16="http://schemas.microsoft.com/office/drawing/2014/main" id="{0ED8B866-A29F-4437-842E-6B7908B2FB7D}"/>
              </a:ext>
            </a:extLst>
          </p:cNvPr>
          <p:cNvSpPr txBox="1">
            <a:spLocks noChangeArrowheads="1"/>
          </p:cNvSpPr>
          <p:nvPr/>
        </p:nvSpPr>
        <p:spPr>
          <a:xfrm>
            <a:off x="8010282" y="6583680"/>
            <a:ext cx="3860800" cy="182562"/>
          </a:xfrm>
          <a:prstGeom prst="rect">
            <a:avLst/>
          </a:prstGeom>
          <a:ln/>
        </p:spPr>
        <p:txBody>
          <a:bodyPr anchor="ctr"/>
          <a:lstStyle/>
          <a:p>
            <a:pPr algn="r"/>
            <a:r>
              <a:rPr lang="en-US" sz="1000" dirty="0">
                <a:solidFill>
                  <a:srgbClr val="BFBFBF"/>
                </a:solidFill>
                <a:latin typeface="+mn-lt"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349452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3 content boxes with reverse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7FC5867-1737-E84C-B42D-608A49EBBAA6}"/>
              </a:ext>
            </a:extLst>
          </p:cNvPr>
          <p:cNvSpPr/>
          <p:nvPr/>
        </p:nvSpPr>
        <p:spPr>
          <a:xfrm>
            <a:off x="0" y="320040"/>
            <a:ext cx="274320" cy="653795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274320"/>
            <a:ext cx="11504904" cy="535531"/>
          </a:xfrm>
        </p:spPr>
        <p:txBody>
          <a:bodyPr/>
          <a:lstStyle>
            <a:lvl1pPr>
              <a:lnSpc>
                <a:spcPct val="9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6696" y="1387602"/>
            <a:ext cx="3610478" cy="821190"/>
          </a:xfr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tIns="91440" bIns="91440" anchor="b"/>
          <a:lstStyle>
            <a:lvl1pPr marL="0" indent="0">
              <a:lnSpc>
                <a:spcPct val="90000"/>
              </a:lnSpc>
              <a:buNone/>
              <a:defRPr sz="20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6696" y="2208792"/>
            <a:ext cx="3610478" cy="3813071"/>
          </a:xfrm>
          <a:ln w="12700">
            <a:gradFill flip="none" rotWithShape="1">
              <a:gsLst>
                <a:gs pos="0">
                  <a:schemeClr val="bg1">
                    <a:alpha val="0"/>
                  </a:schemeClr>
                </a:gs>
                <a:gs pos="100000">
                  <a:schemeClr val="tx2"/>
                </a:gs>
              </a:gsLst>
              <a:lin ang="16200000" scaled="1"/>
              <a:tileRect/>
            </a:gradFill>
          </a:ln>
        </p:spPr>
        <p:txBody>
          <a:bodyPr tIns="91440" bIns="91440"/>
          <a:lstStyle>
            <a:lvl1pPr marL="227013" indent="-227013">
              <a:lnSpc>
                <a:spcPct val="90000"/>
              </a:lnSpc>
              <a:buClr>
                <a:schemeClr val="tx1"/>
              </a:buClr>
              <a:buFont typeface="Century Gothic" panose="020B0502020202020204" pitchFamily="34" charset="0"/>
              <a:buChar char="•"/>
              <a:defRPr sz="1800" baseline="0"/>
            </a:lvl1pPr>
            <a:lvl2pPr marL="514350" indent="-225425">
              <a:lnSpc>
                <a:spcPct val="90000"/>
              </a:lnSpc>
              <a:buClr>
                <a:schemeClr val="tx1"/>
              </a:buClr>
              <a:buSzPct val="90000"/>
              <a:buFont typeface="Century Gothic" panose="020B0502020202020204" pitchFamily="34" charset="0"/>
              <a:buChar char="–"/>
              <a:defRPr sz="1600" baseline="0"/>
            </a:lvl2pPr>
            <a:lvl3pPr marL="742950" indent="-173038">
              <a:lnSpc>
                <a:spcPct val="90000"/>
              </a:lnSpc>
              <a:buClr>
                <a:schemeClr val="tx1"/>
              </a:buClr>
              <a:buFont typeface="Century Gothic" panose="020B0502020202020204" pitchFamily="34" charset="0"/>
              <a:buChar char="•"/>
              <a:defRPr sz="1400"/>
            </a:lvl3pPr>
            <a:lvl4pPr marL="1144588" indent="-173038">
              <a:lnSpc>
                <a:spcPct val="90000"/>
              </a:lnSpc>
              <a:buClr>
                <a:schemeClr val="tx1"/>
              </a:buClr>
              <a:buSzPct val="90000"/>
              <a:buFont typeface="Century Gothic" panose="020B0502020202020204" pitchFamily="34" charset="0"/>
              <a:buChar char="–"/>
              <a:defRPr sz="1200"/>
            </a:lvl4pPr>
            <a:lvl5pPr marL="1482725" indent="-222250">
              <a:lnSpc>
                <a:spcPct val="9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3659" y="1387602"/>
            <a:ext cx="3608418" cy="821190"/>
          </a:xfr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tIns="91440" bIns="91440" anchor="b"/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3659" y="2213184"/>
            <a:ext cx="3608418" cy="3813071"/>
          </a:xfrm>
          <a:ln w="12700">
            <a:gradFill flip="none" rotWithShape="1">
              <a:gsLst>
                <a:gs pos="0">
                  <a:schemeClr val="bg1">
                    <a:alpha val="0"/>
                  </a:schemeClr>
                </a:gs>
                <a:gs pos="100000">
                  <a:schemeClr val="tx2"/>
                </a:gs>
              </a:gsLst>
              <a:lin ang="16200000" scaled="1"/>
              <a:tileRect/>
            </a:gradFill>
          </a:ln>
        </p:spPr>
        <p:txBody>
          <a:bodyPr tIns="91440" bIns="91440"/>
          <a:lstStyle>
            <a:lvl1pPr marL="227013" indent="-227013">
              <a:lnSpc>
                <a:spcPct val="90000"/>
              </a:lnSpc>
              <a:buClr>
                <a:schemeClr val="tx1"/>
              </a:buClr>
              <a:buFont typeface="Century Gothic" panose="020B0502020202020204" pitchFamily="34" charset="0"/>
              <a:buChar char="•"/>
              <a:defRPr sz="1800"/>
            </a:lvl1pPr>
            <a:lvl2pPr marL="460375" indent="-171450">
              <a:lnSpc>
                <a:spcPct val="90000"/>
              </a:lnSpc>
              <a:buClr>
                <a:schemeClr val="tx1"/>
              </a:buClr>
              <a:buSzPct val="90000"/>
              <a:buFont typeface="Century Gothic" panose="020B0502020202020204" pitchFamily="34" charset="0"/>
              <a:buChar char="–"/>
              <a:defRPr lang="en-US" sz="1600" kern="1200" baseline="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742950" indent="-173038">
              <a:lnSpc>
                <a:spcPct val="90000"/>
              </a:lnSpc>
              <a:buClr>
                <a:schemeClr val="tx1"/>
              </a:buClr>
              <a:buFont typeface="Century Gothic" panose="020B0502020202020204" pitchFamily="34" charset="0"/>
              <a:buChar char="•"/>
              <a:defRPr sz="1400"/>
            </a:lvl3pPr>
            <a:lvl4pPr marL="1144588" indent="-173038">
              <a:lnSpc>
                <a:spcPct val="90000"/>
              </a:lnSpc>
              <a:buClr>
                <a:schemeClr val="tx1"/>
              </a:buClr>
              <a:buSzPct val="90000"/>
              <a:buFont typeface="Century Gothic" panose="020B0502020202020204" pitchFamily="34" charset="0"/>
              <a:buChar char="–"/>
              <a:defRPr sz="1200"/>
            </a:lvl4pPr>
            <a:lvl5pPr marL="1482725" indent="-222250">
              <a:lnSpc>
                <a:spcPct val="90000"/>
              </a:lnSpc>
              <a:buClr>
                <a:schemeClr val="tx1"/>
              </a:buClr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9D91D4C-0C90-4594-94C2-E939B6EF57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248562" y="1387602"/>
            <a:ext cx="3608418" cy="821190"/>
          </a:xfr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tIns="91440" bIns="91440" anchor="b"/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E1A87D9D-30BD-4BC1-AB79-1F900F87185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248562" y="2213184"/>
            <a:ext cx="3608418" cy="3813071"/>
          </a:xfrm>
          <a:ln w="12700">
            <a:gradFill flip="none" rotWithShape="1">
              <a:gsLst>
                <a:gs pos="0">
                  <a:schemeClr val="bg1">
                    <a:alpha val="0"/>
                  </a:schemeClr>
                </a:gs>
                <a:gs pos="100000">
                  <a:schemeClr val="tx2"/>
                </a:gs>
              </a:gsLst>
              <a:lin ang="16200000" scaled="1"/>
              <a:tileRect/>
            </a:gradFill>
          </a:ln>
        </p:spPr>
        <p:txBody>
          <a:bodyPr tIns="91440" bIns="91440"/>
          <a:lstStyle>
            <a:lvl1pPr marL="227013" indent="-227013">
              <a:lnSpc>
                <a:spcPct val="90000"/>
              </a:lnSpc>
              <a:buClr>
                <a:schemeClr val="tx1"/>
              </a:buClr>
              <a:buFont typeface="Century Gothic" panose="020B0502020202020204" pitchFamily="34" charset="0"/>
              <a:buChar char="•"/>
              <a:defRPr sz="1800"/>
            </a:lvl1pPr>
            <a:lvl2pPr marL="460375" indent="-171450">
              <a:lnSpc>
                <a:spcPct val="90000"/>
              </a:lnSpc>
              <a:buClr>
                <a:schemeClr val="tx1"/>
              </a:buClr>
              <a:buSzPct val="90000"/>
              <a:buFont typeface="Century Gothic" panose="020B0502020202020204" pitchFamily="34" charset="0"/>
              <a:buChar char="–"/>
              <a:defRPr lang="en-US" sz="1600" kern="1200" baseline="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742950" indent="-173038">
              <a:lnSpc>
                <a:spcPct val="90000"/>
              </a:lnSpc>
              <a:buClr>
                <a:schemeClr val="tx1"/>
              </a:buClr>
              <a:buFont typeface="Century Gothic" panose="020B0502020202020204" pitchFamily="34" charset="0"/>
              <a:buChar char="•"/>
              <a:defRPr sz="1400"/>
            </a:lvl3pPr>
            <a:lvl4pPr marL="1144588" indent="-173038">
              <a:lnSpc>
                <a:spcPct val="90000"/>
              </a:lnSpc>
              <a:buClr>
                <a:schemeClr val="tx1"/>
              </a:buClr>
              <a:buSzPct val="90000"/>
              <a:buFont typeface="Century Gothic" panose="020B0502020202020204" pitchFamily="34" charset="0"/>
              <a:buChar char="–"/>
              <a:defRPr sz="1200"/>
            </a:lvl4pPr>
            <a:lvl5pPr marL="1482725" indent="-222250">
              <a:lnSpc>
                <a:spcPct val="90000"/>
              </a:lnSpc>
              <a:buClr>
                <a:schemeClr val="tx1"/>
              </a:buClr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4B83B09-CF3A-4A36-84C0-D32086A13DE2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-4391" y="6626132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90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7690CFA-BCE4-4BCB-BADE-0862029B1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129" y="6477000"/>
            <a:ext cx="1088136" cy="261860"/>
          </a:xfrm>
          <a:prstGeom prst="rect">
            <a:avLst/>
          </a:prstGeom>
        </p:spPr>
      </p:pic>
      <p:sp>
        <p:nvSpPr>
          <p:cNvPr id="14" name="Rectangle 256">
            <a:extLst>
              <a:ext uri="{FF2B5EF4-FFF2-40B4-BE49-F238E27FC236}">
                <a16:creationId xmlns:a16="http://schemas.microsoft.com/office/drawing/2014/main" id="{B764CAE0-734A-4D16-BDA1-3E43A810370F}"/>
              </a:ext>
            </a:extLst>
          </p:cNvPr>
          <p:cNvSpPr txBox="1">
            <a:spLocks noChangeArrowheads="1"/>
          </p:cNvSpPr>
          <p:nvPr/>
        </p:nvSpPr>
        <p:spPr>
          <a:xfrm>
            <a:off x="8010282" y="6583680"/>
            <a:ext cx="3860800" cy="182562"/>
          </a:xfrm>
          <a:prstGeom prst="rect">
            <a:avLst/>
          </a:prstGeom>
          <a:ln/>
        </p:spPr>
        <p:txBody>
          <a:bodyPr anchor="ctr"/>
          <a:lstStyle/>
          <a:p>
            <a:pPr algn="r"/>
            <a:r>
              <a:rPr lang="en-US" sz="1000" dirty="0">
                <a:solidFill>
                  <a:srgbClr val="BFBFBF"/>
                </a:solidFill>
                <a:latin typeface="+mn-lt"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71423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3 section science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1DC80716-D7F2-40BD-B894-87B7C5521D93}"/>
              </a:ext>
            </a:extLst>
          </p:cNvPr>
          <p:cNvSpPr/>
          <p:nvPr/>
        </p:nvSpPr>
        <p:spPr>
          <a:xfrm>
            <a:off x="274320" y="1435551"/>
            <a:ext cx="5840756" cy="5224413"/>
          </a:xfrm>
          <a:prstGeom prst="rect">
            <a:avLst/>
          </a:prstGeom>
          <a:gradFill flip="none" rotWithShape="1">
            <a:gsLst>
              <a:gs pos="52000">
                <a:schemeClr val="bg1">
                  <a:lumMod val="95000"/>
                </a:schemeClr>
              </a:gs>
              <a:gs pos="0">
                <a:schemeClr val="bg2">
                  <a:alpha val="0"/>
                </a:schemeClr>
              </a:gs>
              <a:gs pos="100000">
                <a:srgbClr val="CFCFCF"/>
              </a:gs>
            </a:gsLst>
            <a:lin ang="162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772E6C0-3363-4678-BD7B-839981CFEC1B}"/>
              </a:ext>
            </a:extLst>
          </p:cNvPr>
          <p:cNvSpPr/>
          <p:nvPr/>
        </p:nvSpPr>
        <p:spPr>
          <a:xfrm>
            <a:off x="6351585" y="1435551"/>
            <a:ext cx="5840415" cy="5224413"/>
          </a:xfrm>
          <a:prstGeom prst="rect">
            <a:avLst/>
          </a:prstGeom>
          <a:gradFill flip="none" rotWithShape="1">
            <a:gsLst>
              <a:gs pos="52000">
                <a:schemeClr val="bg1">
                  <a:lumMod val="95000"/>
                </a:schemeClr>
              </a:gs>
              <a:gs pos="0">
                <a:schemeClr val="bg2">
                  <a:alpha val="0"/>
                </a:schemeClr>
              </a:gs>
              <a:gs pos="100000">
                <a:srgbClr val="CFCFCF"/>
              </a:gs>
            </a:gsLst>
            <a:lin ang="162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431D86-B4F2-4178-9479-C223044E67E1}"/>
              </a:ext>
            </a:extLst>
          </p:cNvPr>
          <p:cNvSpPr/>
          <p:nvPr/>
        </p:nvSpPr>
        <p:spPr>
          <a:xfrm>
            <a:off x="274320" y="948037"/>
            <a:ext cx="5838672" cy="48688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81C044-83B1-4BEC-A2A0-51CA4BF72CE4}"/>
              </a:ext>
            </a:extLst>
          </p:cNvPr>
          <p:cNvSpPr/>
          <p:nvPr/>
        </p:nvSpPr>
        <p:spPr>
          <a:xfrm>
            <a:off x="6351584" y="948037"/>
            <a:ext cx="5840415" cy="48688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568B759-9EAF-4F57-B09C-A71D9D5B51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0804" y="966165"/>
            <a:ext cx="5815195" cy="457200"/>
          </a:xfrm>
          <a:noFill/>
          <a:ln w="12700">
            <a:noFill/>
          </a:ln>
        </p:spPr>
        <p:txBody>
          <a:bodyPr tIns="91440" bIns="91440" anchor="ctr"/>
          <a:lstStyle>
            <a:lvl1pPr marL="0" indent="0">
              <a:lnSpc>
                <a:spcPct val="90000"/>
              </a:lnSpc>
              <a:buNone/>
              <a:defRPr sz="20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2AD586E-7375-402D-9BA8-7C07EB824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80804" y="1517523"/>
            <a:ext cx="5815195" cy="4110352"/>
          </a:xfrm>
          <a:ln w="12700">
            <a:noFill/>
          </a:ln>
        </p:spPr>
        <p:txBody>
          <a:bodyPr tIns="45720" bIns="91440"/>
          <a:lstStyle>
            <a:lvl1pPr marL="227013" indent="-227013">
              <a:lnSpc>
                <a:spcPct val="90000"/>
              </a:lnSpc>
              <a:buFont typeface="Century Gothic" panose="020B0502020202020204" pitchFamily="34" charset="0"/>
              <a:buChar char="•"/>
              <a:defRPr sz="1800"/>
            </a:lvl1pPr>
            <a:lvl2pPr marL="569913" indent="-225425">
              <a:lnSpc>
                <a:spcPct val="90000"/>
              </a:lnSpc>
              <a:buSzPct val="90000"/>
              <a:buFont typeface="Century Gothic" panose="020B0502020202020204" pitchFamily="34" charset="0"/>
              <a:buChar char="–"/>
              <a:defRPr sz="1600"/>
            </a:lvl2pPr>
            <a:lvl3pPr marL="860425" indent="-173038">
              <a:lnSpc>
                <a:spcPct val="90000"/>
              </a:lnSpc>
              <a:buFont typeface="Century Gothic" panose="020B0502020202020204" pitchFamily="34" charset="0"/>
              <a:buChar char="•"/>
              <a:defRPr sz="1400"/>
            </a:lvl3pPr>
            <a:lvl4pPr marL="1144588" indent="-173038">
              <a:lnSpc>
                <a:spcPct val="90000"/>
              </a:lnSpc>
              <a:buSzPct val="90000"/>
              <a:buFont typeface="Century Gothic" panose="020B0502020202020204" pitchFamily="34" charset="0"/>
              <a:buChar char="–"/>
              <a:defRPr sz="1200"/>
            </a:lvl4pPr>
            <a:lvl5pPr marL="1482725" indent="-222250">
              <a:lnSpc>
                <a:spcPct val="90000"/>
              </a:lnSpc>
              <a:buFont typeface="Arial" panose="020B0604020202020204" pitchFamily="34" charset="0"/>
              <a:buChar char="•"/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2A49DFE2-905F-42AB-9CE1-CCCD2BB957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57344" y="966165"/>
            <a:ext cx="5811876" cy="457200"/>
          </a:xfrm>
          <a:noFill/>
          <a:ln w="12700">
            <a:noFill/>
          </a:ln>
        </p:spPr>
        <p:txBody>
          <a:bodyPr tIns="91440" bIns="91440" anchor="ctr"/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AF1555CB-15BC-4181-B741-965A19E6BA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57344" y="1517523"/>
            <a:ext cx="5811876" cy="4110352"/>
          </a:xfrm>
          <a:ln w="12700">
            <a:noFill/>
          </a:ln>
        </p:spPr>
        <p:txBody>
          <a:bodyPr tIns="45720" bIns="91440"/>
          <a:lstStyle>
            <a:lvl1pPr marL="227013" indent="-227013">
              <a:lnSpc>
                <a:spcPct val="90000"/>
              </a:lnSpc>
              <a:buFont typeface="Century Gothic" panose="020B0502020202020204" pitchFamily="34" charset="0"/>
              <a:buChar char="•"/>
              <a:defRPr sz="1800"/>
            </a:lvl1pPr>
            <a:lvl2pPr marL="569913" indent="-225425">
              <a:lnSpc>
                <a:spcPct val="90000"/>
              </a:lnSpc>
              <a:buSzPct val="90000"/>
              <a:buFont typeface="Century Gothic" panose="020B0502020202020204" pitchFamily="34" charset="0"/>
              <a:buChar char="–"/>
              <a:defRPr sz="1600"/>
            </a:lvl2pPr>
            <a:lvl3pPr marL="860425" indent="-173038">
              <a:lnSpc>
                <a:spcPct val="90000"/>
              </a:lnSpc>
              <a:buFont typeface="Century Gothic" panose="020B0502020202020204" pitchFamily="34" charset="0"/>
              <a:buChar char="•"/>
              <a:defRPr sz="1400"/>
            </a:lvl3pPr>
            <a:lvl4pPr marL="1144588" indent="-173038">
              <a:lnSpc>
                <a:spcPct val="90000"/>
              </a:lnSpc>
              <a:buSzPct val="90000"/>
              <a:buFont typeface="Century Gothic" panose="020B0502020202020204" pitchFamily="34" charset="0"/>
              <a:buChar char="–"/>
              <a:defRPr sz="1200"/>
            </a:lvl4pPr>
            <a:lvl5pPr marL="1482725" indent="-222250">
              <a:lnSpc>
                <a:spcPct val="90000"/>
              </a:lnSpc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A1CB721-FBCB-4DC7-9C2A-15C90E984F90}"/>
              </a:ext>
            </a:extLst>
          </p:cNvPr>
          <p:cNvSpPr/>
          <p:nvPr/>
        </p:nvSpPr>
        <p:spPr>
          <a:xfrm>
            <a:off x="1773669" y="320040"/>
            <a:ext cx="10418331" cy="510909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9FDFB4D2-95C3-44FB-85E0-FB87B96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3669" y="342737"/>
            <a:ext cx="10332720" cy="457200"/>
          </a:xfrm>
        </p:spPr>
        <p:txBody>
          <a:bodyPr anchor="ctr"/>
          <a:lstStyle>
            <a:lvl1pPr>
              <a:lnSpc>
                <a:spcPct val="90000"/>
              </a:lnSpc>
              <a:defRPr sz="2400" b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E38BD24-68BF-4642-BFC4-180B70D413B8}"/>
              </a:ext>
            </a:extLst>
          </p:cNvPr>
          <p:cNvSpPr/>
          <p:nvPr/>
        </p:nvSpPr>
        <p:spPr>
          <a:xfrm>
            <a:off x="0" y="320040"/>
            <a:ext cx="274320" cy="51090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CDDBDFD-39A6-0043-BAD4-065FAFF6A9DA}"/>
              </a:ext>
            </a:extLst>
          </p:cNvPr>
          <p:cNvSpPr/>
          <p:nvPr/>
        </p:nvSpPr>
        <p:spPr>
          <a:xfrm>
            <a:off x="274320" y="320040"/>
            <a:ext cx="1412673" cy="510909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F20E070A-FF02-490F-91F7-767E82133AD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-4391" y="6626132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90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3BD6692-283A-4A7F-AE4C-0175D48F7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129" y="456244"/>
            <a:ext cx="1088136" cy="261860"/>
          </a:xfrm>
          <a:prstGeom prst="rect">
            <a:avLst/>
          </a:prstGeom>
        </p:spPr>
      </p:pic>
      <p:sp>
        <p:nvSpPr>
          <p:cNvPr id="26" name="Rectangle 256">
            <a:extLst>
              <a:ext uri="{FF2B5EF4-FFF2-40B4-BE49-F238E27FC236}">
                <a16:creationId xmlns:a16="http://schemas.microsoft.com/office/drawing/2014/main" id="{7312AC61-61BF-4F96-99DC-555BD73A05FA}"/>
              </a:ext>
            </a:extLst>
          </p:cNvPr>
          <p:cNvSpPr txBox="1">
            <a:spLocks noChangeArrowheads="1"/>
          </p:cNvSpPr>
          <p:nvPr/>
        </p:nvSpPr>
        <p:spPr>
          <a:xfrm>
            <a:off x="8011069" y="6546080"/>
            <a:ext cx="3860800" cy="182562"/>
          </a:xfrm>
          <a:prstGeom prst="rect">
            <a:avLst/>
          </a:prstGeom>
          <a:ln/>
        </p:spPr>
        <p:txBody>
          <a:bodyPr anchor="ctr"/>
          <a:lstStyle/>
          <a:p>
            <a:pPr algn="r">
              <a:lnSpc>
                <a:spcPct val="90000"/>
              </a:lnSpc>
            </a:pPr>
            <a:r>
              <a:rPr lang="en-US" sz="1000" dirty="0">
                <a:solidFill>
                  <a:srgbClr val="BFBFBF"/>
                </a:solidFill>
                <a:latin typeface="+mn-lt"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759790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3 section science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1DC80716-D7F2-40BD-B894-87B7C5521D93}"/>
              </a:ext>
            </a:extLst>
          </p:cNvPr>
          <p:cNvSpPr/>
          <p:nvPr/>
        </p:nvSpPr>
        <p:spPr>
          <a:xfrm>
            <a:off x="274320" y="1435551"/>
            <a:ext cx="3868138" cy="5224413"/>
          </a:xfrm>
          <a:prstGeom prst="rect">
            <a:avLst/>
          </a:prstGeom>
          <a:gradFill flip="none" rotWithShape="1">
            <a:gsLst>
              <a:gs pos="52000">
                <a:schemeClr val="bg1">
                  <a:lumMod val="95000"/>
                </a:schemeClr>
              </a:gs>
              <a:gs pos="0">
                <a:schemeClr val="bg2">
                  <a:alpha val="0"/>
                </a:schemeClr>
              </a:gs>
              <a:gs pos="100000">
                <a:srgbClr val="CFCFCF"/>
              </a:gs>
            </a:gsLst>
            <a:lin ang="162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772E6C0-3363-4678-BD7B-839981CFEC1B}"/>
              </a:ext>
            </a:extLst>
          </p:cNvPr>
          <p:cNvSpPr/>
          <p:nvPr/>
        </p:nvSpPr>
        <p:spPr>
          <a:xfrm>
            <a:off x="4299090" y="1435551"/>
            <a:ext cx="3867912" cy="5224413"/>
          </a:xfrm>
          <a:prstGeom prst="rect">
            <a:avLst/>
          </a:prstGeom>
          <a:gradFill flip="none" rotWithShape="1">
            <a:gsLst>
              <a:gs pos="52000">
                <a:schemeClr val="bg1">
                  <a:lumMod val="95000"/>
                </a:schemeClr>
              </a:gs>
              <a:gs pos="0">
                <a:schemeClr val="bg2">
                  <a:alpha val="0"/>
                </a:schemeClr>
              </a:gs>
              <a:gs pos="100000">
                <a:srgbClr val="CFCFCF"/>
              </a:gs>
            </a:gsLst>
            <a:lin ang="162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04C995C-9C57-406C-A69D-7613F8F47165}"/>
              </a:ext>
            </a:extLst>
          </p:cNvPr>
          <p:cNvSpPr/>
          <p:nvPr/>
        </p:nvSpPr>
        <p:spPr>
          <a:xfrm>
            <a:off x="8323860" y="1435551"/>
            <a:ext cx="3868138" cy="5224413"/>
          </a:xfrm>
          <a:prstGeom prst="rect">
            <a:avLst/>
          </a:prstGeom>
          <a:gradFill flip="none" rotWithShape="1">
            <a:gsLst>
              <a:gs pos="52000">
                <a:schemeClr val="bg1">
                  <a:lumMod val="95000"/>
                </a:schemeClr>
              </a:gs>
              <a:gs pos="0">
                <a:schemeClr val="bg2">
                  <a:alpha val="0"/>
                </a:schemeClr>
              </a:gs>
              <a:gs pos="100000">
                <a:srgbClr val="CFCFCF"/>
              </a:gs>
            </a:gsLst>
            <a:lin ang="162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431D86-B4F2-4178-9479-C223044E67E1}"/>
              </a:ext>
            </a:extLst>
          </p:cNvPr>
          <p:cNvSpPr/>
          <p:nvPr/>
        </p:nvSpPr>
        <p:spPr>
          <a:xfrm>
            <a:off x="274320" y="948037"/>
            <a:ext cx="3866758" cy="48688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81C044-83B1-4BEC-A2A0-51CA4BF72CE4}"/>
              </a:ext>
            </a:extLst>
          </p:cNvPr>
          <p:cNvSpPr/>
          <p:nvPr/>
        </p:nvSpPr>
        <p:spPr>
          <a:xfrm>
            <a:off x="4299089" y="948037"/>
            <a:ext cx="3867912" cy="48688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526A7F5-6E08-49A4-A894-85B35B49A075}"/>
              </a:ext>
            </a:extLst>
          </p:cNvPr>
          <p:cNvSpPr/>
          <p:nvPr/>
        </p:nvSpPr>
        <p:spPr>
          <a:xfrm>
            <a:off x="8323860" y="948037"/>
            <a:ext cx="3885931" cy="48688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568B759-9EAF-4F57-B09C-A71D9D5B51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8000" y="966165"/>
            <a:ext cx="3833880" cy="457200"/>
          </a:xfrm>
          <a:noFill/>
          <a:ln w="12700">
            <a:noFill/>
          </a:ln>
        </p:spPr>
        <p:txBody>
          <a:bodyPr tIns="91440" bIns="91440" anchor="ctr"/>
          <a:lstStyle>
            <a:lvl1pPr marL="0" indent="0">
              <a:lnSpc>
                <a:spcPct val="90000"/>
              </a:lnSpc>
              <a:buNone/>
              <a:defRPr sz="20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2AD586E-7375-402D-9BA8-7C07EB824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83464" y="1517904"/>
            <a:ext cx="3833880" cy="4110352"/>
          </a:xfrm>
          <a:ln w="12700">
            <a:noFill/>
          </a:ln>
        </p:spPr>
        <p:txBody>
          <a:bodyPr tIns="45720" bIns="91440"/>
          <a:lstStyle>
            <a:lvl1pPr marL="227013" indent="-227013">
              <a:lnSpc>
                <a:spcPct val="90000"/>
              </a:lnSpc>
              <a:buFont typeface="Century Gothic" panose="020B0502020202020204" pitchFamily="34" charset="0"/>
              <a:buChar char="•"/>
              <a:defRPr sz="1800"/>
            </a:lvl1pPr>
            <a:lvl2pPr marL="569913" indent="-225425">
              <a:lnSpc>
                <a:spcPct val="90000"/>
              </a:lnSpc>
              <a:buSzPct val="90000"/>
              <a:buFont typeface="Century Gothic" panose="020B0502020202020204" pitchFamily="34" charset="0"/>
              <a:buChar char="–"/>
              <a:defRPr sz="1600"/>
            </a:lvl2pPr>
            <a:lvl3pPr marL="860425" indent="-173038">
              <a:lnSpc>
                <a:spcPct val="90000"/>
              </a:lnSpc>
              <a:buFont typeface="Century Gothic" panose="020B0502020202020204" pitchFamily="34" charset="0"/>
              <a:buChar char="•"/>
              <a:defRPr sz="1400"/>
            </a:lvl3pPr>
            <a:lvl4pPr marL="1144588" indent="-173038">
              <a:lnSpc>
                <a:spcPct val="90000"/>
              </a:lnSpc>
              <a:buSzPct val="90000"/>
              <a:buFont typeface="Century Gothic" panose="020B0502020202020204" pitchFamily="34" charset="0"/>
              <a:buChar char="–"/>
              <a:defRPr sz="1200"/>
            </a:lvl4pPr>
            <a:lvl5pPr marL="1482725" indent="-222250">
              <a:lnSpc>
                <a:spcPct val="90000"/>
              </a:lnSpc>
              <a:buFont typeface="Arial" panose="020B0604020202020204" pitchFamily="34" charset="0"/>
              <a:buChar char="•"/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2A49DFE2-905F-42AB-9CE1-CCCD2BB957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312016" y="966165"/>
            <a:ext cx="3831692" cy="457200"/>
          </a:xfrm>
          <a:noFill/>
          <a:ln w="12700">
            <a:noFill/>
          </a:ln>
        </p:spPr>
        <p:txBody>
          <a:bodyPr tIns="91440" bIns="91440" anchor="ctr"/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AF1555CB-15BC-4181-B741-965A19E6BA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319831" y="1517904"/>
            <a:ext cx="3831692" cy="4110352"/>
          </a:xfrm>
          <a:ln w="12700">
            <a:noFill/>
          </a:ln>
        </p:spPr>
        <p:txBody>
          <a:bodyPr tIns="45720" bIns="91440"/>
          <a:lstStyle>
            <a:lvl1pPr marL="227013" indent="-227013">
              <a:lnSpc>
                <a:spcPct val="90000"/>
              </a:lnSpc>
              <a:buFont typeface="Century Gothic" panose="020B0502020202020204" pitchFamily="34" charset="0"/>
              <a:buChar char="•"/>
              <a:defRPr sz="1800"/>
            </a:lvl1pPr>
            <a:lvl2pPr marL="569913" indent="-225425">
              <a:lnSpc>
                <a:spcPct val="90000"/>
              </a:lnSpc>
              <a:buSzPct val="90000"/>
              <a:buFont typeface="Century Gothic" panose="020B0502020202020204" pitchFamily="34" charset="0"/>
              <a:buChar char="–"/>
              <a:defRPr sz="1600"/>
            </a:lvl2pPr>
            <a:lvl3pPr marL="860425" indent="-173038">
              <a:lnSpc>
                <a:spcPct val="90000"/>
              </a:lnSpc>
              <a:buFont typeface="Century Gothic" panose="020B0502020202020204" pitchFamily="34" charset="0"/>
              <a:buChar char="•"/>
              <a:defRPr sz="1400"/>
            </a:lvl3pPr>
            <a:lvl4pPr marL="1144588" indent="-173038">
              <a:lnSpc>
                <a:spcPct val="90000"/>
              </a:lnSpc>
              <a:buSzPct val="90000"/>
              <a:buFont typeface="Century Gothic" panose="020B0502020202020204" pitchFamily="34" charset="0"/>
              <a:buChar char="–"/>
              <a:defRPr sz="1200"/>
            </a:lvl4pPr>
            <a:lvl5pPr marL="1482725" indent="-222250">
              <a:lnSpc>
                <a:spcPct val="90000"/>
              </a:lnSpc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21FF3A3E-474D-4F1F-9B01-4428215B85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37939" y="966165"/>
            <a:ext cx="3797323" cy="457200"/>
          </a:xfrm>
          <a:noFill/>
          <a:ln w="12700">
            <a:noFill/>
          </a:ln>
        </p:spPr>
        <p:txBody>
          <a:bodyPr tIns="91440" bIns="91440" anchor="ctr"/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EDB166DE-69D8-4E82-A304-FF11CEBD23D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45754" y="1517904"/>
            <a:ext cx="3797323" cy="4110352"/>
          </a:xfrm>
          <a:ln w="12700">
            <a:noFill/>
          </a:ln>
        </p:spPr>
        <p:txBody>
          <a:bodyPr tIns="45720" bIns="91440"/>
          <a:lstStyle>
            <a:lvl1pPr marL="227013" indent="-227013">
              <a:lnSpc>
                <a:spcPct val="90000"/>
              </a:lnSpc>
              <a:defRPr sz="1800"/>
            </a:lvl1pPr>
            <a:lvl2pPr marL="569913" indent="-225425">
              <a:lnSpc>
                <a:spcPct val="90000"/>
              </a:lnSpc>
              <a:buSzPct val="90000"/>
              <a:buFont typeface="Century Gothic" panose="020B0502020202020204" pitchFamily="34" charset="0"/>
              <a:buChar char="–"/>
              <a:defRPr sz="1600"/>
            </a:lvl2pPr>
            <a:lvl3pPr marL="860425" indent="-173038">
              <a:lnSpc>
                <a:spcPct val="90000"/>
              </a:lnSpc>
              <a:buFont typeface="Century Gothic" panose="020B0502020202020204" pitchFamily="34" charset="0"/>
              <a:buChar char="•"/>
              <a:defRPr sz="1400"/>
            </a:lvl3pPr>
            <a:lvl4pPr marL="1144588" indent="-173038">
              <a:lnSpc>
                <a:spcPct val="90000"/>
              </a:lnSpc>
              <a:buSzPct val="90000"/>
              <a:buFont typeface="Century Gothic" panose="020B0502020202020204" pitchFamily="34" charset="0"/>
              <a:buChar char="–"/>
              <a:defRPr sz="1200"/>
            </a:lvl4pPr>
            <a:lvl5pPr marL="1482725" indent="-222250">
              <a:lnSpc>
                <a:spcPct val="90000"/>
              </a:lnSpc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A1CB721-FBCB-4DC7-9C2A-15C90E984F90}"/>
              </a:ext>
            </a:extLst>
          </p:cNvPr>
          <p:cNvSpPr/>
          <p:nvPr/>
        </p:nvSpPr>
        <p:spPr>
          <a:xfrm>
            <a:off x="1773669" y="320040"/>
            <a:ext cx="10418331" cy="510909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9FDFB4D2-95C3-44FB-85E0-FB87B96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3936" y="347472"/>
            <a:ext cx="10332720" cy="457200"/>
          </a:xfrm>
        </p:spPr>
        <p:txBody>
          <a:bodyPr anchor="ctr"/>
          <a:lstStyle>
            <a:lvl1pPr>
              <a:lnSpc>
                <a:spcPct val="90000"/>
              </a:lnSpc>
              <a:defRPr sz="2400" b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E38BD24-68BF-4642-BFC4-180B70D413B8}"/>
              </a:ext>
            </a:extLst>
          </p:cNvPr>
          <p:cNvSpPr/>
          <p:nvPr/>
        </p:nvSpPr>
        <p:spPr>
          <a:xfrm>
            <a:off x="0" y="320040"/>
            <a:ext cx="274320" cy="51090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CDDBDFD-39A6-0043-BAD4-065FAFF6A9DA}"/>
              </a:ext>
            </a:extLst>
          </p:cNvPr>
          <p:cNvSpPr/>
          <p:nvPr/>
        </p:nvSpPr>
        <p:spPr>
          <a:xfrm>
            <a:off x="274320" y="320040"/>
            <a:ext cx="1412673" cy="510909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F20E070A-FF02-490F-91F7-767E82133AD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-4391" y="6626132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90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3BD6692-283A-4A7F-AE4C-0175D48F7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129" y="456244"/>
            <a:ext cx="1088136" cy="261860"/>
          </a:xfrm>
          <a:prstGeom prst="rect">
            <a:avLst/>
          </a:prstGeom>
        </p:spPr>
      </p:pic>
      <p:sp>
        <p:nvSpPr>
          <p:cNvPr id="26" name="Rectangle 256">
            <a:extLst>
              <a:ext uri="{FF2B5EF4-FFF2-40B4-BE49-F238E27FC236}">
                <a16:creationId xmlns:a16="http://schemas.microsoft.com/office/drawing/2014/main" id="{7312AC61-61BF-4F96-99DC-555BD73A05FA}"/>
              </a:ext>
            </a:extLst>
          </p:cNvPr>
          <p:cNvSpPr txBox="1">
            <a:spLocks noChangeArrowheads="1"/>
          </p:cNvSpPr>
          <p:nvPr/>
        </p:nvSpPr>
        <p:spPr>
          <a:xfrm>
            <a:off x="8011069" y="6546080"/>
            <a:ext cx="3860800" cy="182562"/>
          </a:xfrm>
          <a:prstGeom prst="rect">
            <a:avLst/>
          </a:prstGeom>
          <a:ln/>
        </p:spPr>
        <p:txBody>
          <a:bodyPr anchor="ctr"/>
          <a:lstStyle/>
          <a:p>
            <a:pPr algn="r">
              <a:lnSpc>
                <a:spcPct val="90000"/>
              </a:lnSpc>
            </a:pPr>
            <a:r>
              <a:rPr lang="en-US" sz="1000" dirty="0">
                <a:solidFill>
                  <a:srgbClr val="BFBFBF"/>
                </a:solidFill>
                <a:latin typeface="+mn-lt"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0085127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3 section science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D431D86-B4F2-4178-9479-C223044E67E1}"/>
              </a:ext>
            </a:extLst>
          </p:cNvPr>
          <p:cNvSpPr/>
          <p:nvPr/>
        </p:nvSpPr>
        <p:spPr>
          <a:xfrm>
            <a:off x="274320" y="948037"/>
            <a:ext cx="2874807" cy="48688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568B759-9EAF-4F57-B09C-A71D9D5B51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8816" y="966459"/>
            <a:ext cx="2881524" cy="457200"/>
          </a:xfrm>
          <a:noFill/>
          <a:ln w="12700">
            <a:noFill/>
          </a:ln>
        </p:spPr>
        <p:txBody>
          <a:bodyPr lIns="91440" tIns="45720" rIns="91440" bIns="45720" anchor="ctr"/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DC80716-D7F2-40BD-B894-87B7C5521D93}"/>
              </a:ext>
            </a:extLst>
          </p:cNvPr>
          <p:cNvSpPr/>
          <p:nvPr/>
        </p:nvSpPr>
        <p:spPr>
          <a:xfrm>
            <a:off x="274319" y="1434925"/>
            <a:ext cx="2874807" cy="5201594"/>
          </a:xfrm>
          <a:prstGeom prst="rect">
            <a:avLst/>
          </a:prstGeom>
          <a:gradFill flip="none" rotWithShape="1">
            <a:gsLst>
              <a:gs pos="52000">
                <a:schemeClr val="bg1">
                  <a:lumMod val="95000"/>
                </a:schemeClr>
              </a:gs>
              <a:gs pos="0">
                <a:schemeClr val="bg2">
                  <a:alpha val="0"/>
                </a:schemeClr>
              </a:gs>
              <a:gs pos="100000">
                <a:srgbClr val="CFCFCF"/>
              </a:gs>
            </a:gsLst>
            <a:lin ang="162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772E6C0-3363-4678-BD7B-839981CFEC1B}"/>
              </a:ext>
            </a:extLst>
          </p:cNvPr>
          <p:cNvSpPr/>
          <p:nvPr/>
        </p:nvSpPr>
        <p:spPr>
          <a:xfrm>
            <a:off x="3288610" y="1434925"/>
            <a:ext cx="2874807" cy="5201594"/>
          </a:xfrm>
          <a:prstGeom prst="rect">
            <a:avLst/>
          </a:prstGeom>
          <a:gradFill flip="none" rotWithShape="1">
            <a:gsLst>
              <a:gs pos="52000">
                <a:schemeClr val="bg1">
                  <a:lumMod val="95000"/>
                </a:schemeClr>
              </a:gs>
              <a:gs pos="0">
                <a:schemeClr val="bg2">
                  <a:alpha val="0"/>
                </a:schemeClr>
              </a:gs>
              <a:gs pos="100000">
                <a:srgbClr val="CFCFCF"/>
              </a:gs>
            </a:gsLst>
            <a:lin ang="162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81C044-83B1-4BEC-A2A0-51CA4BF72CE4}"/>
              </a:ext>
            </a:extLst>
          </p:cNvPr>
          <p:cNvSpPr/>
          <p:nvPr/>
        </p:nvSpPr>
        <p:spPr>
          <a:xfrm>
            <a:off x="3288610" y="948037"/>
            <a:ext cx="2874805" cy="48688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04C995C-9C57-406C-A69D-7613F8F47165}"/>
              </a:ext>
            </a:extLst>
          </p:cNvPr>
          <p:cNvSpPr/>
          <p:nvPr/>
        </p:nvSpPr>
        <p:spPr>
          <a:xfrm>
            <a:off x="6302900" y="1434925"/>
            <a:ext cx="2874807" cy="5201594"/>
          </a:xfrm>
          <a:prstGeom prst="rect">
            <a:avLst/>
          </a:prstGeom>
          <a:gradFill flip="none" rotWithShape="1">
            <a:gsLst>
              <a:gs pos="52000">
                <a:schemeClr val="bg1">
                  <a:lumMod val="95000"/>
                </a:schemeClr>
              </a:gs>
              <a:gs pos="0">
                <a:schemeClr val="bg2">
                  <a:alpha val="0"/>
                </a:schemeClr>
              </a:gs>
              <a:gs pos="100000">
                <a:srgbClr val="CFCFCF"/>
              </a:gs>
            </a:gsLst>
            <a:lin ang="162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526A7F5-6E08-49A4-A894-85B35B49A075}"/>
              </a:ext>
            </a:extLst>
          </p:cNvPr>
          <p:cNvSpPr/>
          <p:nvPr/>
        </p:nvSpPr>
        <p:spPr>
          <a:xfrm>
            <a:off x="6302901" y="948037"/>
            <a:ext cx="2874807" cy="48688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25F09E4-91A6-437A-BED4-ED7995D473E7}"/>
              </a:ext>
            </a:extLst>
          </p:cNvPr>
          <p:cNvSpPr/>
          <p:nvPr/>
        </p:nvSpPr>
        <p:spPr>
          <a:xfrm>
            <a:off x="9317192" y="1434925"/>
            <a:ext cx="2874807" cy="5201594"/>
          </a:xfrm>
          <a:prstGeom prst="rect">
            <a:avLst/>
          </a:prstGeom>
          <a:gradFill flip="none" rotWithShape="1">
            <a:gsLst>
              <a:gs pos="52000">
                <a:schemeClr val="bg1">
                  <a:lumMod val="95000"/>
                </a:schemeClr>
              </a:gs>
              <a:gs pos="0">
                <a:schemeClr val="bg2">
                  <a:alpha val="0"/>
                </a:schemeClr>
              </a:gs>
              <a:gs pos="100000">
                <a:srgbClr val="CFCFCF"/>
              </a:gs>
            </a:gsLst>
            <a:lin ang="162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192D3D3-2A2D-4482-B3F5-B0CBCD39D93A}"/>
              </a:ext>
            </a:extLst>
          </p:cNvPr>
          <p:cNvSpPr/>
          <p:nvPr/>
        </p:nvSpPr>
        <p:spPr>
          <a:xfrm>
            <a:off x="9317193" y="948037"/>
            <a:ext cx="2874807" cy="48688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2AD586E-7375-402D-9BA8-7C07EB824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83464" y="1517904"/>
            <a:ext cx="2843784" cy="5010912"/>
          </a:xfrm>
          <a:ln w="12700">
            <a:noFill/>
          </a:ln>
        </p:spPr>
        <p:txBody>
          <a:bodyPr tIns="45720" bIns="91440"/>
          <a:lstStyle>
            <a:lvl1pPr marL="227013" indent="-227013">
              <a:lnSpc>
                <a:spcPct val="90000"/>
              </a:lnSpc>
              <a:buFont typeface="Century Gothic" panose="020B0502020202020204" pitchFamily="34" charset="0"/>
              <a:buChar char="•"/>
              <a:defRPr sz="1800"/>
            </a:lvl1pPr>
            <a:lvl2pPr marL="569913" indent="-225425">
              <a:lnSpc>
                <a:spcPct val="90000"/>
              </a:lnSpc>
              <a:buSzPct val="90000"/>
              <a:buFont typeface="Century Gothic" panose="020B0502020202020204" pitchFamily="34" charset="0"/>
              <a:buChar char="–"/>
              <a:defRPr sz="1600"/>
            </a:lvl2pPr>
            <a:lvl3pPr marL="914400" indent="-227013">
              <a:lnSpc>
                <a:spcPct val="90000"/>
              </a:lnSpc>
              <a:buFont typeface="Century Gothic" panose="020B0502020202020204" pitchFamily="34" charset="0"/>
              <a:buChar char="•"/>
              <a:tabLst/>
              <a:defRPr sz="1400"/>
            </a:lvl3pPr>
            <a:lvl4pPr marL="1144588" indent="-173038">
              <a:lnSpc>
                <a:spcPct val="90000"/>
              </a:lnSpc>
              <a:buSzPct val="90000"/>
              <a:buFont typeface="Century Gothic" panose="020B0502020202020204" pitchFamily="34" charset="0"/>
              <a:buChar char="–"/>
              <a:defRPr sz="1200"/>
            </a:lvl4pPr>
            <a:lvl5pPr marL="1482725" indent="-222250">
              <a:lnSpc>
                <a:spcPct val="90000"/>
              </a:lnSpc>
              <a:buFont typeface="Arial" panose="020B0604020202020204" pitchFamily="34" charset="0"/>
              <a:buChar char="•"/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2A49DFE2-905F-42AB-9CE1-CCCD2BB957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283916" y="969264"/>
            <a:ext cx="2881524" cy="457200"/>
          </a:xfrm>
          <a:noFill/>
          <a:ln w="12700">
            <a:noFill/>
          </a:ln>
        </p:spPr>
        <p:txBody>
          <a:bodyPr lIns="91440" tIns="45720" rIns="91440" bIns="45720" anchor="ctr"/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AF1555CB-15BC-4181-B741-965A19E6BA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305378" y="1517904"/>
            <a:ext cx="2843784" cy="5010912"/>
          </a:xfrm>
          <a:ln w="12700">
            <a:noFill/>
          </a:ln>
        </p:spPr>
        <p:txBody>
          <a:bodyPr tIns="45720" bIns="91440"/>
          <a:lstStyle>
            <a:lvl1pPr marL="227013" indent="-227013">
              <a:lnSpc>
                <a:spcPct val="90000"/>
              </a:lnSpc>
              <a:buFont typeface="Century Gothic" panose="020B0502020202020204" pitchFamily="34" charset="0"/>
              <a:buChar char="•"/>
              <a:defRPr sz="1800"/>
            </a:lvl1pPr>
            <a:lvl2pPr marL="630238" indent="-285750">
              <a:lnSpc>
                <a:spcPct val="90000"/>
              </a:lnSpc>
              <a:buSzPct val="90000"/>
              <a:buFont typeface="Century Gothic" panose="020B0502020202020204" pitchFamily="34" charset="0"/>
              <a:buChar char="–"/>
              <a:defRPr lang="en-US" sz="1600" kern="120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73137" indent="-285750">
              <a:lnSpc>
                <a:spcPct val="90000"/>
              </a:lnSpc>
              <a:buFont typeface="Century Gothic" panose="020B0502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>
              <a:lnSpc>
                <a:spcPct val="90000"/>
              </a:lnSpc>
              <a:defRPr sz="1200"/>
            </a:lvl4pPr>
            <a:lvl5pPr marL="1482725" indent="-222250">
              <a:lnSpc>
                <a:spcPct val="90000"/>
              </a:lnSpc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21FF3A3E-474D-4F1F-9B01-4428215B85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04922" y="969264"/>
            <a:ext cx="2868091" cy="457200"/>
          </a:xfrm>
          <a:noFill/>
          <a:ln w="12700">
            <a:noFill/>
          </a:ln>
        </p:spPr>
        <p:txBody>
          <a:bodyPr lIns="91440" tIns="45720" rIns="91440" bIns="45720" anchor="ctr"/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EDB166DE-69D8-4E82-A304-FF11CEBD23D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12952" y="1517904"/>
            <a:ext cx="2843784" cy="5010912"/>
          </a:xfrm>
          <a:ln w="12700">
            <a:noFill/>
          </a:ln>
        </p:spPr>
        <p:txBody>
          <a:bodyPr tIns="45720" bIns="91440"/>
          <a:lstStyle>
            <a:lvl1pPr marL="227013" indent="-227013">
              <a:lnSpc>
                <a:spcPct val="90000"/>
              </a:lnSpc>
              <a:buFont typeface="Century Gothic" panose="020B0502020202020204" pitchFamily="34" charset="0"/>
              <a:buChar char="•"/>
              <a:defRPr sz="1800"/>
            </a:lvl1pPr>
            <a:lvl2pPr marL="630238" indent="-285750">
              <a:lnSpc>
                <a:spcPct val="90000"/>
              </a:lnSpc>
              <a:buSzPct val="90000"/>
              <a:buFont typeface="Century Gothic" panose="020B0502020202020204" pitchFamily="34" charset="0"/>
              <a:buChar char="–"/>
              <a:defRPr lang="en-US" sz="1600" kern="120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73137" indent="-285750">
              <a:lnSpc>
                <a:spcPct val="90000"/>
              </a:lnSpc>
              <a:buFont typeface="Century Gothic" panose="020B0502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144588" indent="-173038">
              <a:lnSpc>
                <a:spcPct val="90000"/>
              </a:lnSpc>
              <a:buSzPct val="90000"/>
              <a:buFont typeface="Century Gothic" panose="020B0502020202020204" pitchFamily="34" charset="0"/>
              <a:buChar char="–"/>
              <a:defRPr sz="1200"/>
            </a:lvl4pPr>
            <a:lvl5pPr marL="1482725" indent="-222250">
              <a:lnSpc>
                <a:spcPct val="90000"/>
              </a:lnSpc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A1CB721-FBCB-4DC7-9C2A-15C90E984F90}"/>
              </a:ext>
            </a:extLst>
          </p:cNvPr>
          <p:cNvSpPr/>
          <p:nvPr/>
        </p:nvSpPr>
        <p:spPr>
          <a:xfrm>
            <a:off x="1773669" y="320040"/>
            <a:ext cx="10418331" cy="510909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9FDFB4D2-95C3-44FB-85E0-FB87B96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3669" y="347472"/>
            <a:ext cx="10332720" cy="457200"/>
          </a:xfrm>
        </p:spPr>
        <p:txBody>
          <a:bodyPr anchor="ctr"/>
          <a:lstStyle>
            <a:lvl1pPr>
              <a:lnSpc>
                <a:spcPct val="90000"/>
              </a:lnSpc>
              <a:defRPr sz="2400" b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E38BD24-68BF-4642-BFC4-180B70D413B8}"/>
              </a:ext>
            </a:extLst>
          </p:cNvPr>
          <p:cNvSpPr/>
          <p:nvPr/>
        </p:nvSpPr>
        <p:spPr>
          <a:xfrm>
            <a:off x="0" y="320040"/>
            <a:ext cx="274320" cy="51090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CDDBDFD-39A6-0043-BAD4-065FAFF6A9DA}"/>
              </a:ext>
            </a:extLst>
          </p:cNvPr>
          <p:cNvSpPr/>
          <p:nvPr/>
        </p:nvSpPr>
        <p:spPr>
          <a:xfrm>
            <a:off x="274320" y="320040"/>
            <a:ext cx="1412673" cy="510909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F20E070A-FF02-490F-91F7-767E82133AD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-4391" y="6626132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90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3BD6692-283A-4A7F-AE4C-0175D48F7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129" y="456244"/>
            <a:ext cx="1088136" cy="261860"/>
          </a:xfrm>
          <a:prstGeom prst="rect">
            <a:avLst/>
          </a:prstGeom>
        </p:spPr>
      </p:pic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757D323C-D2DD-42C4-81D6-6224EE035EE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312498" y="969264"/>
            <a:ext cx="2879502" cy="457200"/>
          </a:xfrm>
          <a:noFill/>
          <a:ln w="12700">
            <a:noFill/>
          </a:ln>
        </p:spPr>
        <p:txBody>
          <a:bodyPr lIns="91440" tIns="45720" rIns="91440" bIns="45720" anchor="ctr"/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Content Placeholder 5">
            <a:extLst>
              <a:ext uri="{FF2B5EF4-FFF2-40B4-BE49-F238E27FC236}">
                <a16:creationId xmlns:a16="http://schemas.microsoft.com/office/drawing/2014/main" id="{6D6262AB-5413-4C3B-B769-39B07A6E562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331938" y="1517904"/>
            <a:ext cx="2843784" cy="5010912"/>
          </a:xfrm>
          <a:ln w="12700">
            <a:noFill/>
          </a:ln>
        </p:spPr>
        <p:txBody>
          <a:bodyPr tIns="45720" bIns="91440"/>
          <a:lstStyle>
            <a:lvl1pPr marL="227013" indent="-227013">
              <a:lnSpc>
                <a:spcPct val="90000"/>
              </a:lnSpc>
              <a:buFont typeface="Century Gothic" panose="020B0502020202020204" pitchFamily="34" charset="0"/>
              <a:buChar char="•"/>
              <a:defRPr sz="1800"/>
            </a:lvl1pPr>
            <a:lvl2pPr marL="630238" indent="-285750">
              <a:lnSpc>
                <a:spcPct val="90000"/>
              </a:lnSpc>
              <a:buSzPct val="90000"/>
              <a:buFont typeface="Century Gothic" panose="020B0502020202020204" pitchFamily="34" charset="0"/>
              <a:buChar char="–"/>
              <a:defRPr lang="en-US" sz="1600" kern="120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73137" indent="-285750">
              <a:lnSpc>
                <a:spcPct val="90000"/>
              </a:lnSpc>
              <a:buFont typeface="Century Gothic" panose="020B0502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144588" indent="-173038">
              <a:lnSpc>
                <a:spcPct val="90000"/>
              </a:lnSpc>
              <a:buSzPct val="90000"/>
              <a:buFont typeface="Century Gothic" panose="020B0502020202020204" pitchFamily="34" charset="0"/>
              <a:buChar char="–"/>
              <a:defRPr sz="1200"/>
            </a:lvl4pPr>
            <a:lvl5pPr marL="1482725" indent="-222250">
              <a:lnSpc>
                <a:spcPct val="90000"/>
              </a:lnSpc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220738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3 section science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D431D86-B4F2-4178-9479-C223044E67E1}"/>
              </a:ext>
            </a:extLst>
          </p:cNvPr>
          <p:cNvSpPr/>
          <p:nvPr/>
        </p:nvSpPr>
        <p:spPr>
          <a:xfrm>
            <a:off x="274320" y="960068"/>
            <a:ext cx="5780250" cy="48688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568B759-9EAF-4F57-B09C-A71D9D5B51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8716" y="974912"/>
            <a:ext cx="5765854" cy="457200"/>
          </a:xfrm>
          <a:noFill/>
          <a:ln w="12700">
            <a:noFill/>
          </a:ln>
        </p:spPr>
        <p:txBody>
          <a:bodyPr lIns="91440" tIns="45720" rIns="91440" bIns="45720" anchor="ctr"/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DC80716-D7F2-40BD-B894-87B7C5521D93}"/>
              </a:ext>
            </a:extLst>
          </p:cNvPr>
          <p:cNvSpPr/>
          <p:nvPr/>
        </p:nvSpPr>
        <p:spPr>
          <a:xfrm>
            <a:off x="280687" y="1446956"/>
            <a:ext cx="5765854" cy="2345390"/>
          </a:xfrm>
          <a:prstGeom prst="rect">
            <a:avLst/>
          </a:prstGeom>
          <a:gradFill flip="none" rotWithShape="1">
            <a:gsLst>
              <a:gs pos="52000">
                <a:schemeClr val="bg1">
                  <a:lumMod val="95000"/>
                </a:schemeClr>
              </a:gs>
              <a:gs pos="0">
                <a:schemeClr val="bg2">
                  <a:alpha val="0"/>
                </a:schemeClr>
              </a:gs>
              <a:gs pos="100000">
                <a:srgbClr val="CFCFCF"/>
              </a:gs>
            </a:gsLst>
            <a:lin ang="162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2AD586E-7375-402D-9BA8-7C07EB824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89831" y="1618586"/>
            <a:ext cx="5756709" cy="2165300"/>
          </a:xfrm>
          <a:ln w="12700">
            <a:noFill/>
          </a:ln>
        </p:spPr>
        <p:txBody>
          <a:bodyPr tIns="45720" bIns="91440"/>
          <a:lstStyle>
            <a:lvl1pPr marL="227013" indent="-227013">
              <a:lnSpc>
                <a:spcPct val="90000"/>
              </a:lnSpc>
              <a:buFont typeface="Century Gothic" panose="020B0502020202020204" pitchFamily="34" charset="0"/>
              <a:buChar char="•"/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569913" indent="-225425">
              <a:lnSpc>
                <a:spcPct val="90000"/>
              </a:lnSpc>
              <a:buSzPct val="90000"/>
              <a:buFont typeface="Century Gothic" panose="020B0502020202020204" pitchFamily="34" charset="0"/>
              <a:buChar char="–"/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914400" indent="-227013">
              <a:lnSpc>
                <a:spcPct val="90000"/>
              </a:lnSpc>
              <a:buFont typeface="Century Gothic" panose="020B0502020202020204" pitchFamily="34" charset="0"/>
              <a:buChar char="•"/>
              <a:tabLst/>
              <a:defRPr sz="14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144588" indent="-173038">
              <a:lnSpc>
                <a:spcPct val="90000"/>
              </a:lnSpc>
              <a:buSzPct val="90000"/>
              <a:buFont typeface="Century Gothic" panose="020B0502020202020204" pitchFamily="34" charset="0"/>
              <a:buChar char="–"/>
              <a:defRPr sz="1200"/>
            </a:lvl4pPr>
            <a:lvl5pPr marL="1482725" indent="-222250">
              <a:lnSpc>
                <a:spcPct val="90000"/>
              </a:lnSpc>
              <a:buFont typeface="Arial" panose="020B0604020202020204" pitchFamily="34" charset="0"/>
              <a:buChar char="•"/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A1CB721-FBCB-4DC7-9C2A-15C90E984F90}"/>
              </a:ext>
            </a:extLst>
          </p:cNvPr>
          <p:cNvSpPr/>
          <p:nvPr/>
        </p:nvSpPr>
        <p:spPr>
          <a:xfrm>
            <a:off x="1773669" y="320040"/>
            <a:ext cx="10418331" cy="510909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9FDFB4D2-95C3-44FB-85E0-FB87B96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3669" y="363706"/>
            <a:ext cx="10332720" cy="424732"/>
          </a:xfrm>
        </p:spPr>
        <p:txBody>
          <a:bodyPr anchor="ctr"/>
          <a:lstStyle>
            <a:lvl1pPr>
              <a:lnSpc>
                <a:spcPct val="90000"/>
              </a:lnSpc>
              <a:defRPr sz="24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E38BD24-68BF-4642-BFC4-180B70D413B8}"/>
              </a:ext>
            </a:extLst>
          </p:cNvPr>
          <p:cNvSpPr/>
          <p:nvPr/>
        </p:nvSpPr>
        <p:spPr>
          <a:xfrm>
            <a:off x="0" y="320040"/>
            <a:ext cx="274320" cy="51090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CDDBDFD-39A6-0043-BAD4-065FAFF6A9DA}"/>
              </a:ext>
            </a:extLst>
          </p:cNvPr>
          <p:cNvSpPr/>
          <p:nvPr/>
        </p:nvSpPr>
        <p:spPr>
          <a:xfrm>
            <a:off x="274320" y="320040"/>
            <a:ext cx="1412673" cy="510909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3BD6692-283A-4A7F-AE4C-0175D48F7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129" y="456244"/>
            <a:ext cx="1088136" cy="26186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35D4BA30-65DA-4792-AE46-41D235ACB171}"/>
              </a:ext>
            </a:extLst>
          </p:cNvPr>
          <p:cNvSpPr/>
          <p:nvPr/>
        </p:nvSpPr>
        <p:spPr>
          <a:xfrm>
            <a:off x="6145461" y="960068"/>
            <a:ext cx="5780250" cy="48688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86A916B1-39F3-469F-A456-0F151EAE8617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159857" y="974912"/>
            <a:ext cx="5765854" cy="457200"/>
          </a:xfrm>
          <a:noFill/>
          <a:ln w="12700">
            <a:noFill/>
          </a:ln>
        </p:spPr>
        <p:txBody>
          <a:bodyPr lIns="91440" tIns="45720" rIns="91440" bIns="45720" anchor="ctr"/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03E3BAB-655C-4B87-B9A0-36034C23403D}"/>
              </a:ext>
            </a:extLst>
          </p:cNvPr>
          <p:cNvSpPr/>
          <p:nvPr/>
        </p:nvSpPr>
        <p:spPr>
          <a:xfrm>
            <a:off x="6151828" y="1446956"/>
            <a:ext cx="5765854" cy="2345390"/>
          </a:xfrm>
          <a:prstGeom prst="rect">
            <a:avLst/>
          </a:prstGeom>
          <a:gradFill flip="none" rotWithShape="1">
            <a:gsLst>
              <a:gs pos="52000">
                <a:schemeClr val="bg1">
                  <a:lumMod val="95000"/>
                </a:schemeClr>
              </a:gs>
              <a:gs pos="0">
                <a:schemeClr val="bg2">
                  <a:alpha val="0"/>
                </a:schemeClr>
              </a:gs>
              <a:gs pos="100000">
                <a:srgbClr val="CFCFCF"/>
              </a:gs>
            </a:gsLst>
            <a:lin ang="162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Content Placeholder 3">
            <a:extLst>
              <a:ext uri="{FF2B5EF4-FFF2-40B4-BE49-F238E27FC236}">
                <a16:creationId xmlns:a16="http://schemas.microsoft.com/office/drawing/2014/main" id="{2690050B-0EA7-4830-B368-6090565BBDCB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160972" y="1618586"/>
            <a:ext cx="5756709" cy="2165300"/>
          </a:xfrm>
          <a:ln w="12700">
            <a:noFill/>
          </a:ln>
        </p:spPr>
        <p:txBody>
          <a:bodyPr tIns="45720" bIns="91440"/>
          <a:lstStyle>
            <a:lvl1pPr marL="227013" indent="-227013">
              <a:lnSpc>
                <a:spcPct val="90000"/>
              </a:lnSpc>
              <a:buFont typeface="Century Gothic" panose="020B0502020202020204" pitchFamily="34" charset="0"/>
              <a:buChar char="•"/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569913" indent="-225425">
              <a:lnSpc>
                <a:spcPct val="90000"/>
              </a:lnSpc>
              <a:buSzPct val="90000"/>
              <a:buFont typeface="Century Gothic" panose="020B0502020202020204" pitchFamily="34" charset="0"/>
              <a:buChar char="–"/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914400" indent="-227013">
              <a:lnSpc>
                <a:spcPct val="90000"/>
              </a:lnSpc>
              <a:buFont typeface="Century Gothic" panose="020B0502020202020204" pitchFamily="34" charset="0"/>
              <a:buChar char="•"/>
              <a:tabLst/>
              <a:defRPr sz="14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144588" indent="-173038">
              <a:lnSpc>
                <a:spcPct val="90000"/>
              </a:lnSpc>
              <a:buSzPct val="90000"/>
              <a:buFont typeface="Century Gothic" panose="020B0502020202020204" pitchFamily="34" charset="0"/>
              <a:buChar char="–"/>
              <a:defRPr sz="1200"/>
            </a:lvl4pPr>
            <a:lvl5pPr marL="1482725" indent="-222250">
              <a:lnSpc>
                <a:spcPct val="90000"/>
              </a:lnSpc>
              <a:buFont typeface="Arial" panose="020B0604020202020204" pitchFamily="34" charset="0"/>
              <a:buChar char="•"/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FA4DF6E-B57D-4F10-96E2-2CAB4056AE35}"/>
              </a:ext>
            </a:extLst>
          </p:cNvPr>
          <p:cNvSpPr/>
          <p:nvPr/>
        </p:nvSpPr>
        <p:spPr>
          <a:xfrm>
            <a:off x="274320" y="3875796"/>
            <a:ext cx="5780250" cy="48688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290F4521-DCC2-41E0-A0FE-276BC8536B28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288716" y="3890640"/>
            <a:ext cx="5765854" cy="457200"/>
          </a:xfrm>
          <a:noFill/>
          <a:ln w="12700">
            <a:noFill/>
          </a:ln>
        </p:spPr>
        <p:txBody>
          <a:bodyPr lIns="91440" tIns="45720" rIns="91440" bIns="45720" anchor="ctr"/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80D82F2-9358-4645-90C0-8D8AECC18CAF}"/>
              </a:ext>
            </a:extLst>
          </p:cNvPr>
          <p:cNvSpPr/>
          <p:nvPr/>
        </p:nvSpPr>
        <p:spPr>
          <a:xfrm>
            <a:off x="280687" y="4362684"/>
            <a:ext cx="5765854" cy="2345390"/>
          </a:xfrm>
          <a:prstGeom prst="rect">
            <a:avLst/>
          </a:prstGeom>
          <a:gradFill flip="none" rotWithShape="1">
            <a:gsLst>
              <a:gs pos="52000">
                <a:schemeClr val="bg1">
                  <a:lumMod val="95000"/>
                </a:schemeClr>
              </a:gs>
              <a:gs pos="0">
                <a:schemeClr val="bg2">
                  <a:alpha val="0"/>
                </a:schemeClr>
              </a:gs>
              <a:gs pos="100000">
                <a:srgbClr val="CFCFCF"/>
              </a:gs>
            </a:gsLst>
            <a:lin ang="162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Content Placeholder 3">
            <a:extLst>
              <a:ext uri="{FF2B5EF4-FFF2-40B4-BE49-F238E27FC236}">
                <a16:creationId xmlns:a16="http://schemas.microsoft.com/office/drawing/2014/main" id="{0623C421-8A0D-4CEE-9437-B80B7DB2333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89831" y="4534314"/>
            <a:ext cx="5756709" cy="2165300"/>
          </a:xfrm>
          <a:ln w="12700">
            <a:noFill/>
          </a:ln>
        </p:spPr>
        <p:txBody>
          <a:bodyPr tIns="45720" bIns="91440"/>
          <a:lstStyle>
            <a:lvl1pPr marL="227013" indent="-227013">
              <a:lnSpc>
                <a:spcPct val="90000"/>
              </a:lnSpc>
              <a:buFont typeface="Century Gothic" panose="020B0502020202020204" pitchFamily="34" charset="0"/>
              <a:buChar char="•"/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569913" indent="-225425">
              <a:lnSpc>
                <a:spcPct val="90000"/>
              </a:lnSpc>
              <a:buSzPct val="90000"/>
              <a:buFont typeface="Century Gothic" panose="020B0502020202020204" pitchFamily="34" charset="0"/>
              <a:buChar char="–"/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914400" indent="-227013">
              <a:lnSpc>
                <a:spcPct val="90000"/>
              </a:lnSpc>
              <a:buFont typeface="Century Gothic" panose="020B0502020202020204" pitchFamily="34" charset="0"/>
              <a:buChar char="•"/>
              <a:tabLst/>
              <a:defRPr sz="14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144588" indent="-173038">
              <a:lnSpc>
                <a:spcPct val="90000"/>
              </a:lnSpc>
              <a:buSzPct val="90000"/>
              <a:buFont typeface="Century Gothic" panose="020B0502020202020204" pitchFamily="34" charset="0"/>
              <a:buChar char="–"/>
              <a:defRPr sz="1200"/>
            </a:lvl4pPr>
            <a:lvl5pPr marL="1482725" indent="-222250">
              <a:lnSpc>
                <a:spcPct val="90000"/>
              </a:lnSpc>
              <a:buFont typeface="Arial" panose="020B0604020202020204" pitchFamily="34" charset="0"/>
              <a:buChar char="•"/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8A73155-5EA0-4D8D-A23A-387EA3D30C6C}"/>
              </a:ext>
            </a:extLst>
          </p:cNvPr>
          <p:cNvSpPr/>
          <p:nvPr/>
        </p:nvSpPr>
        <p:spPr>
          <a:xfrm>
            <a:off x="6159857" y="3875796"/>
            <a:ext cx="5780250" cy="48688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B8194ECD-2588-48C5-849D-D3C9A770C925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174253" y="3890640"/>
            <a:ext cx="5765854" cy="457200"/>
          </a:xfrm>
          <a:noFill/>
          <a:ln w="12700">
            <a:noFill/>
          </a:ln>
        </p:spPr>
        <p:txBody>
          <a:bodyPr lIns="91440" tIns="45720" rIns="91440" bIns="45720" anchor="ctr"/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3472846-1A59-4A9A-AA77-D41C2550B91B}"/>
              </a:ext>
            </a:extLst>
          </p:cNvPr>
          <p:cNvSpPr/>
          <p:nvPr/>
        </p:nvSpPr>
        <p:spPr>
          <a:xfrm>
            <a:off x="6166224" y="4362684"/>
            <a:ext cx="5765854" cy="2345390"/>
          </a:xfrm>
          <a:prstGeom prst="rect">
            <a:avLst/>
          </a:prstGeom>
          <a:gradFill flip="none" rotWithShape="1">
            <a:gsLst>
              <a:gs pos="52000">
                <a:schemeClr val="bg1">
                  <a:lumMod val="95000"/>
                </a:schemeClr>
              </a:gs>
              <a:gs pos="0">
                <a:schemeClr val="bg2">
                  <a:alpha val="0"/>
                </a:schemeClr>
              </a:gs>
              <a:gs pos="100000">
                <a:srgbClr val="CFCFCF"/>
              </a:gs>
            </a:gsLst>
            <a:lin ang="162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Content Placeholder 3">
            <a:extLst>
              <a:ext uri="{FF2B5EF4-FFF2-40B4-BE49-F238E27FC236}">
                <a16:creationId xmlns:a16="http://schemas.microsoft.com/office/drawing/2014/main" id="{412D0875-93D6-4300-8CFF-4FAC0F85E56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175368" y="4534314"/>
            <a:ext cx="5756709" cy="2165300"/>
          </a:xfrm>
          <a:ln w="12700">
            <a:noFill/>
          </a:ln>
        </p:spPr>
        <p:txBody>
          <a:bodyPr tIns="45720" bIns="91440"/>
          <a:lstStyle>
            <a:lvl1pPr marL="227013" indent="-227013">
              <a:lnSpc>
                <a:spcPct val="90000"/>
              </a:lnSpc>
              <a:buFont typeface="Century Gothic" panose="020B0502020202020204" pitchFamily="34" charset="0"/>
              <a:buChar char="•"/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569913" indent="-225425">
              <a:lnSpc>
                <a:spcPct val="90000"/>
              </a:lnSpc>
              <a:buSzPct val="90000"/>
              <a:buFont typeface="Century Gothic" panose="020B0502020202020204" pitchFamily="34" charset="0"/>
              <a:buChar char="–"/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914400" indent="-227013">
              <a:lnSpc>
                <a:spcPct val="90000"/>
              </a:lnSpc>
              <a:buFont typeface="Century Gothic" panose="020B0502020202020204" pitchFamily="34" charset="0"/>
              <a:buChar char="•"/>
              <a:tabLst/>
              <a:defRPr sz="14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144588" indent="-173038">
              <a:lnSpc>
                <a:spcPct val="90000"/>
              </a:lnSpc>
              <a:buSzPct val="90000"/>
              <a:buFont typeface="Century Gothic" panose="020B0502020202020204" pitchFamily="34" charset="0"/>
              <a:buChar char="–"/>
              <a:defRPr sz="1200"/>
            </a:lvl4pPr>
            <a:lvl5pPr marL="1482725" indent="-222250">
              <a:lnSpc>
                <a:spcPct val="90000"/>
              </a:lnSpc>
              <a:buFont typeface="Arial" panose="020B0604020202020204" pitchFamily="34" charset="0"/>
              <a:buChar char="•"/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95292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k green picture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ED81066A-C24A-4E74-9351-F12B6561E2D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5636" y="1078992"/>
            <a:ext cx="5487073" cy="4224052"/>
          </a:xfrm>
          <a:noFill/>
        </p:spPr>
        <p:txBody>
          <a:bodyPr/>
          <a:lstStyle>
            <a:lvl1pPr marL="0" indent="0">
              <a:buFont typeface="Century Gothic" panose="020B0502020202020204" pitchFamily="34" charset="0"/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272F0CA-07C0-447D-AD25-74BF79400D69}"/>
              </a:ext>
            </a:extLst>
          </p:cNvPr>
          <p:cNvSpPr/>
          <p:nvPr/>
        </p:nvSpPr>
        <p:spPr>
          <a:xfrm>
            <a:off x="274320" y="1078992"/>
            <a:ext cx="5821680" cy="5779008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8079" y="1275788"/>
            <a:ext cx="5537405" cy="978729"/>
          </a:xfrm>
        </p:spPr>
        <p:txBody>
          <a:bodyPr/>
          <a:lstStyle>
            <a:lvl1pPr>
              <a:lnSpc>
                <a:spcPct val="90000"/>
              </a:lnSpc>
              <a:defRPr sz="3200" b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8079" y="2453316"/>
            <a:ext cx="5512904" cy="4163291"/>
          </a:xfrm>
        </p:spPr>
        <p:txBody>
          <a:bodyPr/>
          <a:lstStyle>
            <a:lvl1pPr marL="287338" indent="-287338">
              <a:lnSpc>
                <a:spcPct val="90000"/>
              </a:lnSpc>
              <a:buClr>
                <a:schemeClr val="tx1"/>
              </a:buClr>
              <a:buFont typeface="Century Gothic" panose="020B0502020202020204" pitchFamily="34" charset="0"/>
              <a:buChar char="•"/>
              <a:defRPr sz="2000">
                <a:latin typeface="Century Gothic" panose="020B0502020202020204" pitchFamily="34" charset="0"/>
              </a:defRPr>
            </a:lvl1pPr>
            <a:lvl2pPr marL="688975" indent="-285750">
              <a:lnSpc>
                <a:spcPct val="90000"/>
              </a:lnSpc>
              <a:buClr>
                <a:schemeClr val="tx1"/>
              </a:buClr>
              <a:buFont typeface="Century Gothic" panose="020B0502020202020204" pitchFamily="34" charset="0"/>
              <a:buChar char="–"/>
              <a:defRPr lang="en-US" sz="1800" kern="120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>
              <a:defRPr sz="1600"/>
            </a:lvl3pPr>
            <a:lvl4pPr>
              <a:defRPr sz="1400"/>
            </a:lvl4pPr>
            <a:lvl5pPr marL="1482725" indent="-2222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0DB01C-0316-7441-9D7D-F96D7A49FEAC}"/>
              </a:ext>
            </a:extLst>
          </p:cNvPr>
          <p:cNvSpPr/>
          <p:nvPr/>
        </p:nvSpPr>
        <p:spPr>
          <a:xfrm>
            <a:off x="0" y="320040"/>
            <a:ext cx="274320" cy="51090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70CC82-0B8B-1D4B-9F0D-823E1CAB4A9C}"/>
              </a:ext>
            </a:extLst>
          </p:cNvPr>
          <p:cNvSpPr/>
          <p:nvPr/>
        </p:nvSpPr>
        <p:spPr>
          <a:xfrm>
            <a:off x="274320" y="320040"/>
            <a:ext cx="1412673" cy="510909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732E67AB-06CD-417E-82A6-C485A480337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-4391" y="6626132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90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8EB24F-FBB3-41E8-90F7-B4AA493C6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129" y="456244"/>
            <a:ext cx="1088136" cy="261860"/>
          </a:xfrm>
          <a:prstGeom prst="rect">
            <a:avLst/>
          </a:prstGeom>
        </p:spPr>
      </p:pic>
      <p:sp>
        <p:nvSpPr>
          <p:cNvPr id="16" name="Freeform 7">
            <a:extLst>
              <a:ext uri="{FF2B5EF4-FFF2-40B4-BE49-F238E27FC236}">
                <a16:creationId xmlns:a16="http://schemas.microsoft.com/office/drawing/2014/main" id="{2A500EEB-73EC-4C16-8273-4ED5425DD64C}"/>
              </a:ext>
            </a:extLst>
          </p:cNvPr>
          <p:cNvSpPr>
            <a:spLocks/>
          </p:cNvSpPr>
          <p:nvPr/>
        </p:nvSpPr>
        <p:spPr bwMode="auto">
          <a:xfrm>
            <a:off x="6096000" y="0"/>
            <a:ext cx="6096000" cy="6858000"/>
          </a:xfrm>
          <a:custGeom>
            <a:avLst/>
            <a:gdLst>
              <a:gd name="T0" fmla="*/ 3049 w 3388"/>
              <a:gd name="T1" fmla="*/ 0 h 3815"/>
              <a:gd name="T2" fmla="*/ 3049 w 3388"/>
              <a:gd name="T3" fmla="*/ 2951 h 3815"/>
              <a:gd name="T4" fmla="*/ 0 w 3388"/>
              <a:gd name="T5" fmla="*/ 2951 h 3815"/>
              <a:gd name="T6" fmla="*/ 0 w 3388"/>
              <a:gd name="T7" fmla="*/ 3815 h 3815"/>
              <a:gd name="T8" fmla="*/ 3388 w 3388"/>
              <a:gd name="T9" fmla="*/ 3815 h 3815"/>
              <a:gd name="T10" fmla="*/ 3388 w 3388"/>
              <a:gd name="T11" fmla="*/ 2969 h 3815"/>
              <a:gd name="T12" fmla="*/ 3388 w 3388"/>
              <a:gd name="T13" fmla="*/ 2951 h 3815"/>
              <a:gd name="T14" fmla="*/ 3388 w 3388"/>
              <a:gd name="T15" fmla="*/ 0 h 3815"/>
              <a:gd name="T16" fmla="*/ 3049 w 3388"/>
              <a:gd name="T17" fmla="*/ 0 h 38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88" h="3815">
                <a:moveTo>
                  <a:pt x="3049" y="0"/>
                </a:moveTo>
                <a:lnTo>
                  <a:pt x="3049" y="2951"/>
                </a:lnTo>
                <a:lnTo>
                  <a:pt x="0" y="2951"/>
                </a:lnTo>
                <a:lnTo>
                  <a:pt x="0" y="3815"/>
                </a:lnTo>
                <a:lnTo>
                  <a:pt x="3388" y="3815"/>
                </a:lnTo>
                <a:lnTo>
                  <a:pt x="3388" y="2969"/>
                </a:lnTo>
                <a:lnTo>
                  <a:pt x="3388" y="2951"/>
                </a:lnTo>
                <a:lnTo>
                  <a:pt x="3388" y="0"/>
                </a:lnTo>
                <a:lnTo>
                  <a:pt x="3049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177576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Dk green picture layou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ED81066A-C24A-4E74-9351-F12B6561E2D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20595" y="1078989"/>
            <a:ext cx="7464186" cy="4226003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272F0CA-07C0-447D-AD25-74BF79400D69}"/>
              </a:ext>
            </a:extLst>
          </p:cNvPr>
          <p:cNvSpPr/>
          <p:nvPr/>
        </p:nvSpPr>
        <p:spPr>
          <a:xfrm>
            <a:off x="274321" y="1078991"/>
            <a:ext cx="3846274" cy="5779007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079" y="1275788"/>
            <a:ext cx="3576228" cy="979691"/>
          </a:xfrm>
        </p:spPr>
        <p:txBody>
          <a:bodyPr/>
          <a:lstStyle>
            <a:lvl1pPr>
              <a:lnSpc>
                <a:spcPct val="90000"/>
              </a:lnSpc>
              <a:defRPr sz="3200" b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8079" y="2800350"/>
            <a:ext cx="3541945" cy="3816258"/>
          </a:xfrm>
        </p:spPr>
        <p:txBody>
          <a:bodyPr/>
          <a:lstStyle>
            <a:lvl1pPr marL="287338" indent="-287338">
              <a:lnSpc>
                <a:spcPct val="90000"/>
              </a:lnSpc>
              <a:buClr>
                <a:schemeClr val="tx1"/>
              </a:buClr>
              <a:buFont typeface="Century Gothic" panose="020B0502020202020204" pitchFamily="34" charset="0"/>
              <a:buChar char="•"/>
              <a:defRPr sz="2000">
                <a:latin typeface="Century Gothic" panose="020B0502020202020204" pitchFamily="34" charset="0"/>
              </a:defRPr>
            </a:lvl1pPr>
            <a:lvl2pPr marL="688975" indent="-285750">
              <a:lnSpc>
                <a:spcPct val="90000"/>
              </a:lnSpc>
              <a:buClr>
                <a:schemeClr val="tx1"/>
              </a:buClr>
              <a:buFont typeface="Century Gothic" panose="020B0502020202020204" pitchFamily="34" charset="0"/>
              <a:buChar char="–"/>
              <a:defRPr lang="en-US" sz="1800" kern="120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>
              <a:defRPr sz="1600"/>
            </a:lvl3pPr>
            <a:lvl4pPr>
              <a:defRPr sz="1400"/>
            </a:lvl4pPr>
            <a:lvl5pPr marL="1482725" indent="-2222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0DB01C-0316-7441-9D7D-F96D7A49FEAC}"/>
              </a:ext>
            </a:extLst>
          </p:cNvPr>
          <p:cNvSpPr/>
          <p:nvPr/>
        </p:nvSpPr>
        <p:spPr>
          <a:xfrm>
            <a:off x="0" y="320040"/>
            <a:ext cx="274320" cy="51090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70CC82-0B8B-1D4B-9F0D-823E1CAB4A9C}"/>
              </a:ext>
            </a:extLst>
          </p:cNvPr>
          <p:cNvSpPr/>
          <p:nvPr/>
        </p:nvSpPr>
        <p:spPr>
          <a:xfrm>
            <a:off x="274320" y="320040"/>
            <a:ext cx="1412673" cy="510909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732E67AB-06CD-417E-82A6-C485A480337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-4391" y="6626132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90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8EB24F-FBB3-41E8-90F7-B4AA493C6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129" y="456244"/>
            <a:ext cx="1088136" cy="261860"/>
          </a:xfrm>
          <a:prstGeom prst="rect">
            <a:avLst/>
          </a:prstGeom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E0FFF716-AFC7-4054-A1F8-2C39C30731D0}"/>
              </a:ext>
            </a:extLst>
          </p:cNvPr>
          <p:cNvSpPr>
            <a:spLocks/>
          </p:cNvSpPr>
          <p:nvPr/>
        </p:nvSpPr>
        <p:spPr bwMode="auto">
          <a:xfrm>
            <a:off x="4120595" y="1"/>
            <a:ext cx="8071405" cy="6857998"/>
          </a:xfrm>
          <a:custGeom>
            <a:avLst/>
            <a:gdLst>
              <a:gd name="T0" fmla="*/ 4151 w 4490"/>
              <a:gd name="T1" fmla="*/ 0 h 3815"/>
              <a:gd name="T2" fmla="*/ 4151 w 4490"/>
              <a:gd name="T3" fmla="*/ 2951 h 3815"/>
              <a:gd name="T4" fmla="*/ 0 w 4490"/>
              <a:gd name="T5" fmla="*/ 2951 h 3815"/>
              <a:gd name="T6" fmla="*/ 0 w 4490"/>
              <a:gd name="T7" fmla="*/ 3815 h 3815"/>
              <a:gd name="T8" fmla="*/ 4490 w 4490"/>
              <a:gd name="T9" fmla="*/ 3815 h 3815"/>
              <a:gd name="T10" fmla="*/ 4490 w 4490"/>
              <a:gd name="T11" fmla="*/ 2969 h 3815"/>
              <a:gd name="T12" fmla="*/ 4490 w 4490"/>
              <a:gd name="T13" fmla="*/ 2951 h 3815"/>
              <a:gd name="T14" fmla="*/ 4490 w 4490"/>
              <a:gd name="T15" fmla="*/ 0 h 3815"/>
              <a:gd name="T16" fmla="*/ 4151 w 4490"/>
              <a:gd name="T17" fmla="*/ 0 h 3815"/>
              <a:gd name="T18" fmla="*/ 4151 w 4490"/>
              <a:gd name="T19" fmla="*/ 0 h 38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490" h="3815">
                <a:moveTo>
                  <a:pt x="4151" y="0"/>
                </a:moveTo>
                <a:lnTo>
                  <a:pt x="4151" y="2951"/>
                </a:lnTo>
                <a:lnTo>
                  <a:pt x="0" y="2951"/>
                </a:lnTo>
                <a:lnTo>
                  <a:pt x="0" y="3815"/>
                </a:lnTo>
                <a:lnTo>
                  <a:pt x="4490" y="3815"/>
                </a:lnTo>
                <a:lnTo>
                  <a:pt x="4490" y="2969"/>
                </a:lnTo>
                <a:lnTo>
                  <a:pt x="4490" y="2951"/>
                </a:lnTo>
                <a:lnTo>
                  <a:pt x="4490" y="0"/>
                </a:lnTo>
                <a:lnTo>
                  <a:pt x="4151" y="0"/>
                </a:lnTo>
                <a:lnTo>
                  <a:pt x="4151" y="0"/>
                </a:lnTo>
                <a:close/>
              </a:path>
            </a:pathLst>
          </a:custGeom>
          <a:solidFill>
            <a:srgbClr val="4C88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942370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picture layou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ED81066A-C24A-4E74-9351-F12B6561E2D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4320" y="2381"/>
            <a:ext cx="11312843" cy="6342021"/>
          </a:xfrm>
          <a:noFill/>
          <a:ln>
            <a:noFill/>
          </a:ln>
        </p:spPr>
        <p:txBody>
          <a:bodyPr/>
          <a:lstStyle>
            <a:lvl1pPr marL="0" indent="0">
              <a:buFont typeface="Century Gothic" panose="020B0502020202020204" pitchFamily="34" charset="0"/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9" y="274320"/>
            <a:ext cx="11000232" cy="535531"/>
          </a:xfrm>
        </p:spPr>
        <p:txBody>
          <a:bodyPr/>
          <a:lstStyle>
            <a:lvl1pPr>
              <a:lnSpc>
                <a:spcPct val="90000"/>
              </a:lnSpc>
              <a:defRPr sz="3200" b="0">
                <a:solidFill>
                  <a:schemeClr val="tx1"/>
                </a:solidFill>
                <a:effectLst/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Rectangle 256">
            <a:extLst>
              <a:ext uri="{FF2B5EF4-FFF2-40B4-BE49-F238E27FC236}">
                <a16:creationId xmlns:a16="http://schemas.microsoft.com/office/drawing/2014/main" id="{50787286-CD5D-43D9-B8DA-70C3358DC829}"/>
              </a:ext>
            </a:extLst>
          </p:cNvPr>
          <p:cNvSpPr txBox="1">
            <a:spLocks noChangeArrowheads="1"/>
          </p:cNvSpPr>
          <p:nvPr/>
        </p:nvSpPr>
        <p:spPr>
          <a:xfrm>
            <a:off x="8010283" y="6477000"/>
            <a:ext cx="3860800" cy="182562"/>
          </a:xfrm>
          <a:prstGeom prst="rect">
            <a:avLst/>
          </a:prstGeom>
          <a:ln/>
        </p:spPr>
        <p:txBody>
          <a:bodyPr anchor="ctr"/>
          <a:lstStyle/>
          <a:p>
            <a:pPr algn="r"/>
            <a:r>
              <a:rPr lang="en-US" sz="1000" dirty="0">
                <a:solidFill>
                  <a:schemeClr val="bg1"/>
                </a:solidFill>
                <a:latin typeface="Century Gothic" panose="020B0502020202020204" pitchFamily="34" charset="0"/>
                <a:cs typeface="Arial" pitchFamily="34" charset="0"/>
              </a:rPr>
              <a:t> </a:t>
            </a:r>
          </a:p>
        </p:txBody>
      </p:sp>
      <p:sp>
        <p:nvSpPr>
          <p:cNvPr id="16" name="Freeform 9">
            <a:extLst>
              <a:ext uri="{FF2B5EF4-FFF2-40B4-BE49-F238E27FC236}">
                <a16:creationId xmlns:a16="http://schemas.microsoft.com/office/drawing/2014/main" id="{D938724D-E109-43B4-9560-1552E26DB04A}"/>
              </a:ext>
            </a:extLst>
          </p:cNvPr>
          <p:cNvSpPr>
            <a:spLocks/>
          </p:cNvSpPr>
          <p:nvPr/>
        </p:nvSpPr>
        <p:spPr bwMode="auto">
          <a:xfrm>
            <a:off x="6026150" y="0"/>
            <a:ext cx="6165850" cy="6858000"/>
          </a:xfrm>
          <a:custGeom>
            <a:avLst/>
            <a:gdLst>
              <a:gd name="T0" fmla="*/ 3502 w 3884"/>
              <a:gd name="T1" fmla="*/ 0 h 4320"/>
              <a:gd name="T2" fmla="*/ 3502 w 3884"/>
              <a:gd name="T3" fmla="*/ 3998 h 4320"/>
              <a:gd name="T4" fmla="*/ 0 w 3884"/>
              <a:gd name="T5" fmla="*/ 3998 h 4320"/>
              <a:gd name="T6" fmla="*/ 0 w 3884"/>
              <a:gd name="T7" fmla="*/ 4320 h 4320"/>
              <a:gd name="T8" fmla="*/ 3502 w 3884"/>
              <a:gd name="T9" fmla="*/ 4320 h 4320"/>
              <a:gd name="T10" fmla="*/ 3884 w 3884"/>
              <a:gd name="T11" fmla="*/ 4320 h 4320"/>
              <a:gd name="T12" fmla="*/ 3884 w 3884"/>
              <a:gd name="T13" fmla="*/ 3998 h 4320"/>
              <a:gd name="T14" fmla="*/ 3884 w 3884"/>
              <a:gd name="T15" fmla="*/ 0 h 4320"/>
              <a:gd name="T16" fmla="*/ 3502 w 3884"/>
              <a:gd name="T17" fmla="*/ 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884" h="4320">
                <a:moveTo>
                  <a:pt x="3502" y="0"/>
                </a:moveTo>
                <a:lnTo>
                  <a:pt x="3502" y="3998"/>
                </a:lnTo>
                <a:lnTo>
                  <a:pt x="0" y="3998"/>
                </a:lnTo>
                <a:lnTo>
                  <a:pt x="0" y="4320"/>
                </a:lnTo>
                <a:lnTo>
                  <a:pt x="3502" y="4320"/>
                </a:lnTo>
                <a:lnTo>
                  <a:pt x="3884" y="4320"/>
                </a:lnTo>
                <a:lnTo>
                  <a:pt x="3884" y="3998"/>
                </a:lnTo>
                <a:lnTo>
                  <a:pt x="3884" y="0"/>
                </a:lnTo>
                <a:lnTo>
                  <a:pt x="3502" y="0"/>
                </a:lnTo>
                <a:close/>
              </a:path>
            </a:pathLst>
          </a:custGeom>
          <a:solidFill>
            <a:srgbClr val="4087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900E375-D0D6-466C-A383-E914B5C8AE5A}"/>
              </a:ext>
            </a:extLst>
          </p:cNvPr>
          <p:cNvSpPr/>
          <p:nvPr/>
        </p:nvSpPr>
        <p:spPr>
          <a:xfrm>
            <a:off x="0" y="6344402"/>
            <a:ext cx="274320" cy="510909"/>
          </a:xfrm>
          <a:prstGeom prst="rect">
            <a:avLst/>
          </a:prstGeom>
          <a:solidFill>
            <a:srgbClr val="397D5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D090841D-81E2-4E83-8067-E18C5C3AF8F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-4391" y="6626132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90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FCA792B-F3C6-440D-9FAF-B0D8AC4CDCB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604" y="6472945"/>
            <a:ext cx="1093661" cy="26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12763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80236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19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29768" y="274320"/>
            <a:ext cx="11430000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1614" y="1650029"/>
            <a:ext cx="11419468" cy="4040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 flipH="1">
            <a:off x="-4391" y="6626132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90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3B0D07-6BED-A646-84B4-4749F06D6579}"/>
              </a:ext>
            </a:extLst>
          </p:cNvPr>
          <p:cNvSpPr/>
          <p:nvPr/>
        </p:nvSpPr>
        <p:spPr>
          <a:xfrm>
            <a:off x="0" y="320040"/>
            <a:ext cx="274320" cy="653795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5832D77F-AA48-5846-ACCE-C0EB6A92350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-4391" y="6616607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90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9AC3F58-DA01-43AC-9BFD-B0FCF242EE72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13129" y="6477000"/>
            <a:ext cx="1088136" cy="261860"/>
          </a:xfrm>
          <a:prstGeom prst="rect">
            <a:avLst/>
          </a:prstGeom>
        </p:spPr>
      </p:pic>
      <p:sp>
        <p:nvSpPr>
          <p:cNvPr id="10" name="Rectangle 256">
            <a:extLst>
              <a:ext uri="{FF2B5EF4-FFF2-40B4-BE49-F238E27FC236}">
                <a16:creationId xmlns:a16="http://schemas.microsoft.com/office/drawing/2014/main" id="{323F2AC7-81B7-4181-8965-07F2D3F8B684}"/>
              </a:ext>
            </a:extLst>
          </p:cNvPr>
          <p:cNvSpPr txBox="1">
            <a:spLocks noChangeArrowheads="1"/>
          </p:cNvSpPr>
          <p:nvPr/>
        </p:nvSpPr>
        <p:spPr>
          <a:xfrm>
            <a:off x="8010282" y="6583680"/>
            <a:ext cx="3860800" cy="182562"/>
          </a:xfrm>
          <a:prstGeom prst="rect">
            <a:avLst/>
          </a:prstGeom>
          <a:ln/>
        </p:spPr>
        <p:txBody>
          <a:bodyPr anchor="ctr"/>
          <a:lstStyle/>
          <a:p>
            <a:pPr algn="r"/>
            <a:r>
              <a:rPr lang="en-US" sz="1000" dirty="0">
                <a:solidFill>
                  <a:srgbClr val="BFBFBF"/>
                </a:solidFill>
                <a:latin typeface="+mn-lt"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73933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93" r:id="rId17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0" kern="1200">
          <a:solidFill>
            <a:schemeClr val="tx1"/>
          </a:solidFill>
          <a:latin typeface="Century Gothic" panose="020B0502020202020204" pitchFamily="34" charset="0"/>
          <a:ea typeface="+mj-ea"/>
          <a:cs typeface="+mj-cs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9pPr>
    </p:titleStyle>
    <p:bodyStyle>
      <a:lvl1pPr marL="287338" indent="-287338" algn="l" rtl="0" eaLnBrk="1" fontAlgn="base" hangingPunct="1">
        <a:lnSpc>
          <a:spcPct val="90000"/>
        </a:lnSpc>
        <a:spcBef>
          <a:spcPts val="1400"/>
        </a:spcBef>
        <a:spcAft>
          <a:spcPct val="0"/>
        </a:spcAft>
        <a:buClr>
          <a:schemeClr val="tx1"/>
        </a:buClr>
        <a:buSzPct val="90000"/>
        <a:buFont typeface="Century Gothic" panose="020B0502020202020204" pitchFamily="34" charset="0"/>
        <a:buChar char="•"/>
        <a:defRPr sz="2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1pPr>
      <a:lvl2pPr marL="688975" indent="-28575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tx1"/>
        </a:buClr>
        <a:buSzPct val="90000"/>
        <a:buFont typeface="Century Gothic" panose="020B0502020202020204" pitchFamily="34" charset="0"/>
        <a:buChar char="–"/>
        <a:defRPr sz="24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2pPr>
      <a:lvl3pPr marL="1030288" indent="-28575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tx1"/>
        </a:buClr>
        <a:buSzPct val="90000"/>
        <a:buFont typeface="Century Gothic" panose="020B0502020202020204" pitchFamily="34" charset="0"/>
        <a:buChar char="•"/>
        <a:defRPr sz="20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3pPr>
      <a:lvl4pPr marL="1144588" indent="-173038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tx1"/>
        </a:buClr>
        <a:buFont typeface="Arial" charset="0"/>
        <a:buChar char="–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1482725" indent="-222250" algn="l" rtl="0" eaLnBrk="1" fontAlgn="base" hangingPunct="1">
        <a:lnSpc>
          <a:spcPct val="90000"/>
        </a:lnSpc>
        <a:spcBef>
          <a:spcPts val="600"/>
        </a:spcBef>
        <a:spcAft>
          <a:spcPct val="0"/>
        </a:spcAft>
        <a:buClr>
          <a:schemeClr val="tx1"/>
        </a:buClr>
        <a:buFont typeface="Arial" charset="0"/>
        <a:buChar char="»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29768" y="274320"/>
            <a:ext cx="11430000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1614" y="1650029"/>
            <a:ext cx="11419468" cy="4040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 flipH="1">
            <a:off x="-4391" y="6626132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90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3B0D07-6BED-A646-84B4-4749F06D6579}"/>
              </a:ext>
            </a:extLst>
          </p:cNvPr>
          <p:cNvSpPr/>
          <p:nvPr/>
        </p:nvSpPr>
        <p:spPr>
          <a:xfrm>
            <a:off x="0" y="320040"/>
            <a:ext cx="274320" cy="653795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5832D77F-AA48-5846-ACCE-C0EB6A92350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-4391" y="6616607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90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9AC3F58-DA01-43AC-9BFD-B0FCF242EE7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3129" y="6477000"/>
            <a:ext cx="1088136" cy="261860"/>
          </a:xfrm>
          <a:prstGeom prst="rect">
            <a:avLst/>
          </a:prstGeom>
        </p:spPr>
      </p:pic>
      <p:sp>
        <p:nvSpPr>
          <p:cNvPr id="10" name="Rectangle 256">
            <a:extLst>
              <a:ext uri="{FF2B5EF4-FFF2-40B4-BE49-F238E27FC236}">
                <a16:creationId xmlns:a16="http://schemas.microsoft.com/office/drawing/2014/main" id="{323F2AC7-81B7-4181-8965-07F2D3F8B684}"/>
              </a:ext>
            </a:extLst>
          </p:cNvPr>
          <p:cNvSpPr txBox="1">
            <a:spLocks noChangeArrowheads="1"/>
          </p:cNvSpPr>
          <p:nvPr/>
        </p:nvSpPr>
        <p:spPr>
          <a:xfrm>
            <a:off x="8010282" y="6583680"/>
            <a:ext cx="3860800" cy="182562"/>
          </a:xfrm>
          <a:prstGeom prst="rect">
            <a:avLst/>
          </a:prstGeom>
          <a:ln/>
        </p:spPr>
        <p:txBody>
          <a:bodyPr anchor="ctr"/>
          <a:lstStyle/>
          <a:p>
            <a:pPr algn="r"/>
            <a:r>
              <a:rPr lang="en-US" sz="1000" dirty="0">
                <a:solidFill>
                  <a:srgbClr val="BFBFBF"/>
                </a:solidFill>
                <a:latin typeface="+mn-lt"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782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0" kern="1200">
          <a:solidFill>
            <a:schemeClr val="tx1"/>
          </a:solidFill>
          <a:latin typeface="Century Gothic" panose="020B0502020202020204" pitchFamily="34" charset="0"/>
          <a:ea typeface="+mj-ea"/>
          <a:cs typeface="+mj-cs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9pPr>
    </p:titleStyle>
    <p:bodyStyle>
      <a:lvl1pPr marL="287338" indent="-287338" algn="l" rtl="0" eaLnBrk="1" fontAlgn="base" hangingPunct="1">
        <a:lnSpc>
          <a:spcPct val="90000"/>
        </a:lnSpc>
        <a:spcBef>
          <a:spcPts val="1400"/>
        </a:spcBef>
        <a:spcAft>
          <a:spcPct val="0"/>
        </a:spcAft>
        <a:buClr>
          <a:schemeClr val="tx1"/>
        </a:buClr>
        <a:buSzPct val="90000"/>
        <a:buFont typeface="Century Gothic" panose="020B0502020202020204" pitchFamily="34" charset="0"/>
        <a:buChar char="•"/>
        <a:defRPr sz="2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1pPr>
      <a:lvl2pPr marL="688975" indent="-28575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tx1"/>
        </a:buClr>
        <a:buSzPct val="90000"/>
        <a:buFont typeface="Century Gothic" panose="020B0502020202020204" pitchFamily="34" charset="0"/>
        <a:buChar char="–"/>
        <a:defRPr sz="24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2pPr>
      <a:lvl3pPr marL="1030288" indent="-28575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tx1"/>
        </a:buClr>
        <a:buSzPct val="90000"/>
        <a:buFont typeface="Century Gothic" panose="020B0502020202020204" pitchFamily="34" charset="0"/>
        <a:buChar char="•"/>
        <a:defRPr sz="20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3pPr>
      <a:lvl4pPr marL="1144588" indent="-173038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tx1"/>
        </a:buClr>
        <a:buFont typeface="Arial" charset="0"/>
        <a:buChar char="–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1482725" indent="-222250" algn="l" rtl="0" eaLnBrk="1" fontAlgn="base" hangingPunct="1">
        <a:lnSpc>
          <a:spcPct val="90000"/>
        </a:lnSpc>
        <a:spcBef>
          <a:spcPts val="600"/>
        </a:spcBef>
        <a:spcAft>
          <a:spcPct val="0"/>
        </a:spcAft>
        <a:buClr>
          <a:schemeClr val="tx1"/>
        </a:buClr>
        <a:buFont typeface="Arial" charset="0"/>
        <a:buChar char="»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jpeg"/><Relationship Id="rId3" Type="http://schemas.openxmlformats.org/officeDocument/2006/relationships/image" Target="../media/image7.png"/><Relationship Id="rId21" Type="http://schemas.openxmlformats.org/officeDocument/2006/relationships/image" Target="../media/image25.jpeg"/><Relationship Id="rId7" Type="http://schemas.openxmlformats.org/officeDocument/2006/relationships/image" Target="../media/image11.jpeg"/><Relationship Id="rId12" Type="http://schemas.openxmlformats.org/officeDocument/2006/relationships/image" Target="../media/image16.png"/><Relationship Id="rId17" Type="http://schemas.openxmlformats.org/officeDocument/2006/relationships/image" Target="../media/image21.jpe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11" Type="http://schemas.openxmlformats.org/officeDocument/2006/relationships/image" Target="../media/image15.jpeg"/><Relationship Id="rId5" Type="http://schemas.openxmlformats.org/officeDocument/2006/relationships/image" Target="../media/image9.png"/><Relationship Id="rId15" Type="http://schemas.openxmlformats.org/officeDocument/2006/relationships/image" Target="../media/image19.jpeg"/><Relationship Id="rId23" Type="http://schemas.openxmlformats.org/officeDocument/2006/relationships/image" Target="../media/image27.jpeg"/><Relationship Id="rId10" Type="http://schemas.openxmlformats.org/officeDocument/2006/relationships/image" Target="../media/image14.jpeg"/><Relationship Id="rId19" Type="http://schemas.openxmlformats.org/officeDocument/2006/relationships/image" Target="../media/image23.jpeg"/><Relationship Id="rId4" Type="http://schemas.openxmlformats.org/officeDocument/2006/relationships/image" Target="../media/image8.gif"/><Relationship Id="rId9" Type="http://schemas.openxmlformats.org/officeDocument/2006/relationships/image" Target="../media/image13.jpeg"/><Relationship Id="rId14" Type="http://schemas.openxmlformats.org/officeDocument/2006/relationships/image" Target="../media/image18.png"/><Relationship Id="rId22" Type="http://schemas.openxmlformats.org/officeDocument/2006/relationships/image" Target="../media/image26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0.png"/><Relationship Id="rId18" Type="http://schemas.openxmlformats.org/officeDocument/2006/relationships/image" Target="../media/image31.png"/><Relationship Id="rId3" Type="http://schemas.openxmlformats.org/officeDocument/2006/relationships/image" Target="../media/image9.png"/><Relationship Id="rId21" Type="http://schemas.openxmlformats.org/officeDocument/2006/relationships/image" Target="../media/image34.png"/><Relationship Id="rId17" Type="http://schemas.openxmlformats.org/officeDocument/2006/relationships/image" Target="../media/image21.jpeg"/><Relationship Id="rId2" Type="http://schemas.openxmlformats.org/officeDocument/2006/relationships/image" Target="../media/image7.png"/><Relationship Id="rId16" Type="http://schemas.openxmlformats.org/officeDocument/2006/relationships/image" Target="../media/image17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0.jpeg"/><Relationship Id="rId5" Type="http://schemas.openxmlformats.org/officeDocument/2006/relationships/image" Target="../media/image29.png"/><Relationship Id="rId15" Type="http://schemas.openxmlformats.org/officeDocument/2006/relationships/image" Target="../media/image320.png"/><Relationship Id="rId19" Type="http://schemas.openxmlformats.org/officeDocument/2006/relationships/image" Target="../media/image32.png"/><Relationship Id="rId4" Type="http://schemas.openxmlformats.org/officeDocument/2006/relationships/image" Target="../media/image28.png"/><Relationship Id="rId14" Type="http://schemas.openxmlformats.org/officeDocument/2006/relationships/image" Target="../media/image31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13" Type="http://schemas.openxmlformats.org/officeDocument/2006/relationships/image" Target="../media/image38.png"/><Relationship Id="rId3" Type="http://schemas.openxmlformats.org/officeDocument/2006/relationships/image" Target="../media/image6.png"/><Relationship Id="rId7" Type="http://schemas.openxmlformats.org/officeDocument/2006/relationships/image" Target="../media/image11.jpeg"/><Relationship Id="rId12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9.png"/><Relationship Id="rId11" Type="http://schemas.openxmlformats.org/officeDocument/2006/relationships/image" Target="../media/image36.png"/><Relationship Id="rId5" Type="http://schemas.openxmlformats.org/officeDocument/2006/relationships/image" Target="../media/image8.gif"/><Relationship Id="rId10" Type="http://schemas.openxmlformats.org/officeDocument/2006/relationships/image" Target="../media/image26.jpeg"/><Relationship Id="rId4" Type="http://schemas.openxmlformats.org/officeDocument/2006/relationships/image" Target="../media/image7.png"/><Relationship Id="rId9" Type="http://schemas.openxmlformats.org/officeDocument/2006/relationships/image" Target="../media/image25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18" Type="http://schemas.openxmlformats.org/officeDocument/2006/relationships/image" Target="NULL"/><Relationship Id="rId26" Type="http://schemas.openxmlformats.org/officeDocument/2006/relationships/image" Target="NULL"/><Relationship Id="rId3" Type="http://schemas.openxmlformats.org/officeDocument/2006/relationships/image" Target="NULL"/><Relationship Id="rId21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5" Type="http://schemas.openxmlformats.org/officeDocument/2006/relationships/image" Target="NULL"/><Relationship Id="rId2" Type="http://schemas.openxmlformats.org/officeDocument/2006/relationships/image" Target="NULL"/><Relationship Id="rId16" Type="http://schemas.openxmlformats.org/officeDocument/2006/relationships/image" Target="NULL"/><Relationship Id="rId20" Type="http://schemas.openxmlformats.org/officeDocument/2006/relationships/image" Target="NULL"/><Relationship Id="rId1" Type="http://schemas.openxmlformats.org/officeDocument/2006/relationships/slideLayout" Target="../slideLayouts/slideLayout17.xml"/><Relationship Id="rId6" Type="http://schemas.openxmlformats.org/officeDocument/2006/relationships/image" Target="NULL"/><Relationship Id="rId11" Type="http://schemas.openxmlformats.org/officeDocument/2006/relationships/image" Target="NULL"/><Relationship Id="rId24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23" Type="http://schemas.openxmlformats.org/officeDocument/2006/relationships/image" Target="NULL"/><Relationship Id="rId28" Type="http://schemas.openxmlformats.org/officeDocument/2006/relationships/image" Target="NULL"/><Relationship Id="rId10" Type="http://schemas.openxmlformats.org/officeDocument/2006/relationships/image" Target="NULL"/><Relationship Id="rId19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Relationship Id="rId22" Type="http://schemas.openxmlformats.org/officeDocument/2006/relationships/image" Target="NULL"/><Relationship Id="rId27" Type="http://schemas.openxmlformats.org/officeDocument/2006/relationships/image" Target="NUL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311.png"/><Relationship Id="rId4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" Type="http://schemas.openxmlformats.org/officeDocument/2006/relationships/notesSlide" Target="../notesSlides/notesSlide2.xml"/><Relationship Id="rId16" Type="http://schemas.openxmlformats.org/officeDocument/2006/relationships/image" Target="NULL"/><Relationship Id="rId1" Type="http://schemas.openxmlformats.org/officeDocument/2006/relationships/slideLayout" Target="../slideLayouts/slideLayout17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43.png"/><Relationship Id="rId7" Type="http://schemas.openxmlformats.org/officeDocument/2006/relationships/image" Target="NUL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4.jpeg"/><Relationship Id="rId5" Type="http://schemas.openxmlformats.org/officeDocument/2006/relationships/image" Target="../media/image14.jpe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0.png"/><Relationship Id="rId13" Type="http://schemas.openxmlformats.org/officeDocument/2006/relationships/image" Target="../media/image500.png"/><Relationship Id="rId3" Type="http://schemas.openxmlformats.org/officeDocument/2006/relationships/image" Target="../media/image400.png"/><Relationship Id="rId7" Type="http://schemas.openxmlformats.org/officeDocument/2006/relationships/image" Target="../media/image44.png"/><Relationship Id="rId12" Type="http://schemas.openxmlformats.org/officeDocument/2006/relationships/image" Target="../media/image490.png"/><Relationship Id="rId2" Type="http://schemas.openxmlformats.org/officeDocument/2006/relationships/image" Target="../media/image390.png"/><Relationship Id="rId16" Type="http://schemas.openxmlformats.org/officeDocument/2006/relationships/image" Target="../media/image53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30.png"/><Relationship Id="rId11" Type="http://schemas.openxmlformats.org/officeDocument/2006/relationships/image" Target="../media/image480.png"/><Relationship Id="rId5" Type="http://schemas.openxmlformats.org/officeDocument/2006/relationships/image" Target="../media/image420.png"/><Relationship Id="rId15" Type="http://schemas.openxmlformats.org/officeDocument/2006/relationships/image" Target="../media/image520.png"/><Relationship Id="rId10" Type="http://schemas.openxmlformats.org/officeDocument/2006/relationships/image" Target="../media/image470.png"/><Relationship Id="rId4" Type="http://schemas.openxmlformats.org/officeDocument/2006/relationships/image" Target="../media/image410.png"/><Relationship Id="rId9" Type="http://schemas.openxmlformats.org/officeDocument/2006/relationships/image" Target="../media/image460.png"/><Relationship Id="rId14" Type="http://schemas.openxmlformats.org/officeDocument/2006/relationships/image" Target="../media/image51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emf"/><Relationship Id="rId13" Type="http://schemas.openxmlformats.org/officeDocument/2006/relationships/image" Target="../media/image65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75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0.png"/><Relationship Id="rId13" Type="http://schemas.openxmlformats.org/officeDocument/2006/relationships/image" Target="../media/image500.png"/><Relationship Id="rId18" Type="http://schemas.openxmlformats.org/officeDocument/2006/relationships/image" Target="../media/image80.png"/><Relationship Id="rId3" Type="http://schemas.openxmlformats.org/officeDocument/2006/relationships/image" Target="../media/image700.png"/><Relationship Id="rId21" Type="http://schemas.openxmlformats.org/officeDocument/2006/relationships/image" Target="../media/image83.png"/><Relationship Id="rId7" Type="http://schemas.openxmlformats.org/officeDocument/2006/relationships/image" Target="../media/image730.png"/><Relationship Id="rId12" Type="http://schemas.openxmlformats.org/officeDocument/2006/relationships/image" Target="../media/image490.png"/><Relationship Id="rId17" Type="http://schemas.openxmlformats.org/officeDocument/2006/relationships/image" Target="../media/image79.png"/><Relationship Id="rId2" Type="http://schemas.openxmlformats.org/officeDocument/2006/relationships/image" Target="../media/image690.png"/><Relationship Id="rId16" Type="http://schemas.openxmlformats.org/officeDocument/2006/relationships/image" Target="../media/image78.png"/><Relationship Id="rId20" Type="http://schemas.openxmlformats.org/officeDocument/2006/relationships/image" Target="../media/image82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720.png"/><Relationship Id="rId11" Type="http://schemas.openxmlformats.org/officeDocument/2006/relationships/image" Target="../media/image77.png"/><Relationship Id="rId5" Type="http://schemas.openxmlformats.org/officeDocument/2006/relationships/image" Target="../media/image420.png"/><Relationship Id="rId15" Type="http://schemas.openxmlformats.org/officeDocument/2006/relationships/image" Target="../media/image520.png"/><Relationship Id="rId10" Type="http://schemas.openxmlformats.org/officeDocument/2006/relationships/image" Target="../media/image76.png"/><Relationship Id="rId19" Type="http://schemas.openxmlformats.org/officeDocument/2006/relationships/image" Target="../media/image81.png"/><Relationship Id="rId4" Type="http://schemas.openxmlformats.org/officeDocument/2006/relationships/image" Target="../media/image710.png"/><Relationship Id="rId9" Type="http://schemas.openxmlformats.org/officeDocument/2006/relationships/image" Target="../media/image750.png"/><Relationship Id="rId14" Type="http://schemas.openxmlformats.org/officeDocument/2006/relationships/image" Target="../media/image5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219BAEA-5324-4DA5-8B74-7DB6852DD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76302"/>
            <a:ext cx="11430000" cy="535531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Co-Simulation and Integration – Current Focus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D407CC-9F91-44BF-8B0D-80B09EBC0BC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9646" y="4528230"/>
            <a:ext cx="2286000" cy="1403084"/>
          </a:xfrm>
          <a:prstGeom prst="rect">
            <a:avLst/>
          </a:prstGeom>
        </p:spPr>
      </p:pic>
      <p:pic>
        <p:nvPicPr>
          <p:cNvPr id="7" name="Picture 2" descr="PTV Vissim | CIVITAS">
            <a:extLst>
              <a:ext uri="{FF2B5EF4-FFF2-40B4-BE49-F238E27FC236}">
                <a16:creationId xmlns:a16="http://schemas.microsoft.com/office/drawing/2014/main" id="{C4B324DE-DDCF-4B7F-BA55-B4364E22E5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58859" y="5014347"/>
            <a:ext cx="1567574" cy="460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SUMO — a Traffic Simulator over the Cloud with Yonohub | by Ahmed Hendawy |  YonoHub | Medium">
            <a:extLst>
              <a:ext uri="{FF2B5EF4-FFF2-40B4-BE49-F238E27FC236}">
                <a16:creationId xmlns:a16="http://schemas.microsoft.com/office/drawing/2014/main" id="{5C5EB29D-9DB7-4EEA-8CE5-FB859F660C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5838" y="1762388"/>
            <a:ext cx="2286000" cy="1285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traffic · GitHub Topics · GitHub">
            <a:extLst>
              <a:ext uri="{FF2B5EF4-FFF2-40B4-BE49-F238E27FC236}">
                <a16:creationId xmlns:a16="http://schemas.microsoft.com/office/drawing/2014/main" id="{464CECAB-C863-4C5F-B815-CCB32D161B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82358" y="2211840"/>
            <a:ext cx="1320576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 descr="A picture containing indoor&#10;&#10;Description automatically generated">
            <a:extLst>
              <a:ext uri="{FF2B5EF4-FFF2-40B4-BE49-F238E27FC236}">
                <a16:creationId xmlns:a16="http://schemas.microsoft.com/office/drawing/2014/main" id="{D783BA74-DB82-45DB-B8A1-3B673E0F4DD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82357" y="1990988"/>
            <a:ext cx="2514600" cy="1563225"/>
          </a:xfrm>
          <a:prstGeom prst="rect">
            <a:avLst/>
          </a:prstGeom>
        </p:spPr>
      </p:pic>
      <p:pic>
        <p:nvPicPr>
          <p:cNvPr id="22" name="Picture 21" descr="A car parked inside a building&#10;&#10;Description automatically generated">
            <a:extLst>
              <a:ext uri="{FF2B5EF4-FFF2-40B4-BE49-F238E27FC236}">
                <a16:creationId xmlns:a16="http://schemas.microsoft.com/office/drawing/2014/main" id="{64E009BB-0BB6-45FF-9182-C06EF76C9BBE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45167" y="3693846"/>
            <a:ext cx="2514600" cy="1237917"/>
          </a:xfrm>
          <a:prstGeom prst="rect">
            <a:avLst/>
          </a:prstGeom>
        </p:spPr>
      </p:pic>
      <p:pic>
        <p:nvPicPr>
          <p:cNvPr id="24" name="Picture 23" descr="A screenshot of a video game&#10;&#10;Description automatically generated">
            <a:extLst>
              <a:ext uri="{FF2B5EF4-FFF2-40B4-BE49-F238E27FC236}">
                <a16:creationId xmlns:a16="http://schemas.microsoft.com/office/drawing/2014/main" id="{5AD182A0-F903-4B51-AAC6-43A34534A84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2357" y="544068"/>
            <a:ext cx="2514600" cy="1230154"/>
          </a:xfrm>
          <a:prstGeom prst="rect">
            <a:avLst/>
          </a:prstGeom>
        </p:spPr>
      </p:pic>
      <p:pic>
        <p:nvPicPr>
          <p:cNvPr id="1026" name="Picture 2" descr="Image result for Opal rt">
            <a:extLst>
              <a:ext uri="{FF2B5EF4-FFF2-40B4-BE49-F238E27FC236}">
                <a16:creationId xmlns:a16="http://schemas.microsoft.com/office/drawing/2014/main" id="{19051C3D-4A00-4BA7-B555-43DCA1596A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32295" y="5478947"/>
            <a:ext cx="1687390" cy="860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Image result for dspace asm lidar">
            <a:extLst>
              <a:ext uri="{FF2B5EF4-FFF2-40B4-BE49-F238E27FC236}">
                <a16:creationId xmlns:a16="http://schemas.microsoft.com/office/drawing/2014/main" id="{771E0BFC-9CEE-4AC5-BB34-61882C8C64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855119" y="3954144"/>
            <a:ext cx="2286000" cy="1275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Image result for dspace logo">
            <a:extLst>
              <a:ext uri="{FF2B5EF4-FFF2-40B4-BE49-F238E27FC236}">
                <a16:creationId xmlns:a16="http://schemas.microsoft.com/office/drawing/2014/main" id="{9209ACC0-052E-4010-BD43-247C420C0F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10576" y="4427538"/>
            <a:ext cx="1458179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80C4EE9-3E4D-4F3C-BD35-FF6D71E42310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59021" y="5369879"/>
            <a:ext cx="2286000" cy="129675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BF94663-BD9D-4232-8592-7BCD77705B01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10576" y="5789654"/>
            <a:ext cx="1382890" cy="4572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CAEE7D0-F5CD-4D03-BE71-D3D022F3D539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55119" y="912185"/>
            <a:ext cx="2286000" cy="1410080"/>
          </a:xfrm>
          <a:prstGeom prst="rect">
            <a:avLst/>
          </a:prstGeom>
        </p:spPr>
      </p:pic>
      <p:pic>
        <p:nvPicPr>
          <p:cNvPr id="16" name="Picture 2" descr="Hexagon Accelerates Simulation Portfolio and Autonomous X Strategy ...">
            <a:extLst>
              <a:ext uri="{FF2B5EF4-FFF2-40B4-BE49-F238E27FC236}">
                <a16:creationId xmlns:a16="http://schemas.microsoft.com/office/drawing/2014/main" id="{CABFF3C4-8793-4505-BCFD-DE989D934B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55119" y="2462372"/>
            <a:ext cx="2286000" cy="1285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VIRES Virtual Test Drive">
            <a:extLst>
              <a:ext uri="{FF2B5EF4-FFF2-40B4-BE49-F238E27FC236}">
                <a16:creationId xmlns:a16="http://schemas.microsoft.com/office/drawing/2014/main" id="{D6E86836-3A09-4519-8629-47C3A7ACC5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47911" y="2946312"/>
            <a:ext cx="1160833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3" name="Picture 4" descr="Image result for carla simulator logo">
            <a:extLst>
              <a:ext uri="{FF2B5EF4-FFF2-40B4-BE49-F238E27FC236}">
                <a16:creationId xmlns:a16="http://schemas.microsoft.com/office/drawing/2014/main" id="{2A4B6887-5CDB-4BCD-ABF7-A9C051AFCF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24940" y="1322226"/>
            <a:ext cx="551452" cy="551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Picture 2" descr="Image result for ROS">
            <a:extLst>
              <a:ext uri="{FF2B5EF4-FFF2-40B4-BE49-F238E27FC236}">
                <a16:creationId xmlns:a16="http://schemas.microsoft.com/office/drawing/2014/main" id="{2F7B6B28-D445-4DD2-8A68-D13AFD2D04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166884" y="949484"/>
            <a:ext cx="745546" cy="417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Picture 4" descr="Image result for oak ridge national laboratory logo">
            <a:extLst>
              <a:ext uri="{FF2B5EF4-FFF2-40B4-BE49-F238E27FC236}">
                <a16:creationId xmlns:a16="http://schemas.microsoft.com/office/drawing/2014/main" id="{8FD23BF3-91FA-4646-9402-BDE70CFBCB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166884" y="2526458"/>
            <a:ext cx="823255" cy="481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Picture 4" descr="Image result for oak ridge national laboratory logo">
            <a:extLst>
              <a:ext uri="{FF2B5EF4-FFF2-40B4-BE49-F238E27FC236}">
                <a16:creationId xmlns:a16="http://schemas.microsoft.com/office/drawing/2014/main" id="{F78E56B9-B024-4A1E-9082-5EE92625A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167307" y="4040182"/>
            <a:ext cx="823255" cy="481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Picture 8" descr="Image result for ubuntu">
            <a:extLst>
              <a:ext uri="{FF2B5EF4-FFF2-40B4-BE49-F238E27FC236}">
                <a16:creationId xmlns:a16="http://schemas.microsoft.com/office/drawing/2014/main" id="{EF085AF0-67A5-4629-9292-A5F8B9A7F0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31423" y="6319755"/>
            <a:ext cx="871044" cy="391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3B91497-110A-44D4-B78B-CF28B60555D6}"/>
              </a:ext>
            </a:extLst>
          </p:cNvPr>
          <p:cNvSpPr/>
          <p:nvPr/>
        </p:nvSpPr>
        <p:spPr>
          <a:xfrm>
            <a:off x="3567975" y="1990988"/>
            <a:ext cx="548428" cy="3695881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accent2">
                <a:lumMod val="75000"/>
              </a:schemeClr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Flexible  Interface</a:t>
            </a:r>
          </a:p>
        </p:txBody>
      </p: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8FE287CB-4517-4E7E-AF0D-DFA73421CB44}"/>
              </a:ext>
            </a:extLst>
          </p:cNvPr>
          <p:cNvCxnSpPr>
            <a:cxnSpLocks/>
          </p:cNvCxnSpPr>
          <p:nvPr/>
        </p:nvCxnSpPr>
        <p:spPr>
          <a:xfrm rot="10800000">
            <a:off x="4855119" y="1617225"/>
            <a:ext cx="3902" cy="4401030"/>
          </a:xfrm>
          <a:prstGeom prst="bentConnector3">
            <a:avLst>
              <a:gd name="adj1" fmla="val 12769426"/>
            </a:avLst>
          </a:prstGeom>
          <a:ln w="57150">
            <a:solidFill>
              <a:schemeClr val="accent2">
                <a:lumMod val="75000"/>
              </a:schemeClr>
            </a:solidFill>
            <a:miter lim="800000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128AEB5-9291-46F6-AF6B-82BF5D47DC92}"/>
              </a:ext>
            </a:extLst>
          </p:cNvPr>
          <p:cNvCxnSpPr>
            <a:cxnSpLocks/>
          </p:cNvCxnSpPr>
          <p:nvPr/>
        </p:nvCxnSpPr>
        <p:spPr>
          <a:xfrm>
            <a:off x="4362329" y="4591958"/>
            <a:ext cx="492790" cy="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17DACB2-6DCF-4F94-A4AF-6702A6078E3C}"/>
              </a:ext>
            </a:extLst>
          </p:cNvPr>
          <p:cNvCxnSpPr>
            <a:cxnSpLocks/>
          </p:cNvCxnSpPr>
          <p:nvPr/>
        </p:nvCxnSpPr>
        <p:spPr>
          <a:xfrm>
            <a:off x="4362329" y="3105309"/>
            <a:ext cx="492790" cy="1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4AAE14C2-38D6-4F4E-83FD-F508F1D5B04D}"/>
              </a:ext>
            </a:extLst>
          </p:cNvPr>
          <p:cNvCxnSpPr>
            <a:cxnSpLocks/>
          </p:cNvCxnSpPr>
          <p:nvPr/>
        </p:nvCxnSpPr>
        <p:spPr>
          <a:xfrm flipV="1">
            <a:off x="2885646" y="2405326"/>
            <a:ext cx="6192" cy="2824446"/>
          </a:xfrm>
          <a:prstGeom prst="bentConnector3">
            <a:avLst>
              <a:gd name="adj1" fmla="val 7519557"/>
            </a:avLst>
          </a:prstGeom>
          <a:ln w="57150">
            <a:solidFill>
              <a:schemeClr val="accent2">
                <a:lumMod val="75000"/>
              </a:schemeClr>
            </a:solidFill>
            <a:miter lim="800000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85D30CAE-ABA6-4D5E-9543-C0EB813B432D}"/>
              </a:ext>
            </a:extLst>
          </p:cNvPr>
          <p:cNvCxnSpPr>
            <a:cxnSpLocks/>
          </p:cNvCxnSpPr>
          <p:nvPr/>
        </p:nvCxnSpPr>
        <p:spPr>
          <a:xfrm flipH="1" flipV="1">
            <a:off x="7141119" y="1617225"/>
            <a:ext cx="3902" cy="4401030"/>
          </a:xfrm>
          <a:prstGeom prst="bentConnector3">
            <a:avLst>
              <a:gd name="adj1" fmla="val -12791107"/>
            </a:avLst>
          </a:prstGeom>
          <a:ln w="57150">
            <a:solidFill>
              <a:schemeClr val="accent2">
                <a:lumMod val="75000"/>
              </a:schemeClr>
            </a:solidFill>
            <a:miter lim="800000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96C16D52-A04B-4620-9ECD-A76F879A6D03}"/>
              </a:ext>
            </a:extLst>
          </p:cNvPr>
          <p:cNvCxnSpPr>
            <a:cxnSpLocks/>
          </p:cNvCxnSpPr>
          <p:nvPr/>
        </p:nvCxnSpPr>
        <p:spPr>
          <a:xfrm flipH="1">
            <a:off x="7141119" y="4586834"/>
            <a:ext cx="510947" cy="5124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86993D3-C33B-4F3E-9C7F-3A10ED9BEBF6}"/>
              </a:ext>
            </a:extLst>
          </p:cNvPr>
          <p:cNvCxnSpPr>
            <a:cxnSpLocks/>
          </p:cNvCxnSpPr>
          <p:nvPr/>
        </p:nvCxnSpPr>
        <p:spPr>
          <a:xfrm flipH="1">
            <a:off x="7141119" y="3098750"/>
            <a:ext cx="514010" cy="656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3EF53604-5048-4E0C-A257-BAEDC4CE7A45}"/>
              </a:ext>
            </a:extLst>
          </p:cNvPr>
          <p:cNvCxnSpPr>
            <a:cxnSpLocks/>
            <a:stCxn id="1026" idx="1"/>
            <a:endCxn id="24" idx="1"/>
          </p:cNvCxnSpPr>
          <p:nvPr/>
        </p:nvCxnSpPr>
        <p:spPr>
          <a:xfrm rot="10800000">
            <a:off x="9282357" y="1159146"/>
            <a:ext cx="49938" cy="4750201"/>
          </a:xfrm>
          <a:prstGeom prst="bentConnector3">
            <a:avLst>
              <a:gd name="adj1" fmla="val 1339179"/>
            </a:avLst>
          </a:prstGeom>
          <a:ln w="57150">
            <a:solidFill>
              <a:schemeClr val="accent2">
                <a:lumMod val="75000"/>
              </a:schemeClr>
            </a:solidFill>
            <a:miter lim="800000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879842A-094A-4565-B5F5-A2CC42BC1ADC}"/>
              </a:ext>
            </a:extLst>
          </p:cNvPr>
          <p:cNvCxnSpPr>
            <a:cxnSpLocks/>
          </p:cNvCxnSpPr>
          <p:nvPr/>
        </p:nvCxnSpPr>
        <p:spPr>
          <a:xfrm>
            <a:off x="8654767" y="2772601"/>
            <a:ext cx="627590" cy="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FEC72F86-C328-461D-899C-520F7D95E38D}"/>
              </a:ext>
            </a:extLst>
          </p:cNvPr>
          <p:cNvCxnSpPr>
            <a:cxnSpLocks/>
          </p:cNvCxnSpPr>
          <p:nvPr/>
        </p:nvCxnSpPr>
        <p:spPr>
          <a:xfrm>
            <a:off x="8654767" y="4312805"/>
            <a:ext cx="690400" cy="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308C1762-151C-4C55-BF25-C59B99FBCB38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3349487" y="3835898"/>
            <a:ext cx="218488" cy="3031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3119FE1C-3C46-4B1E-B359-84FA943851E6}"/>
              </a:ext>
            </a:extLst>
          </p:cNvPr>
          <p:cNvCxnSpPr>
            <a:cxnSpLocks/>
          </p:cNvCxnSpPr>
          <p:nvPr/>
        </p:nvCxnSpPr>
        <p:spPr>
          <a:xfrm>
            <a:off x="4130122" y="3850149"/>
            <a:ext cx="232207" cy="0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94738489-E25C-4B0F-95AD-C6A4DDF05144}"/>
              </a:ext>
            </a:extLst>
          </p:cNvPr>
          <p:cNvSpPr/>
          <p:nvPr/>
        </p:nvSpPr>
        <p:spPr>
          <a:xfrm>
            <a:off x="7871443" y="2002208"/>
            <a:ext cx="548428" cy="3695881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accent2">
                <a:lumMod val="75000"/>
              </a:schemeClr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Flexible  Interface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98DEDE34-6130-4F22-9EAE-E414D1E8A31F}"/>
              </a:ext>
            </a:extLst>
          </p:cNvPr>
          <p:cNvCxnSpPr>
            <a:cxnSpLocks/>
            <a:endCxn id="78" idx="1"/>
          </p:cNvCxnSpPr>
          <p:nvPr/>
        </p:nvCxnSpPr>
        <p:spPr>
          <a:xfrm>
            <a:off x="7652066" y="3850149"/>
            <a:ext cx="219377" cy="0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667D44BE-FF65-46E5-9FBA-3EA9717EF951}"/>
              </a:ext>
            </a:extLst>
          </p:cNvPr>
          <p:cNvCxnSpPr>
            <a:cxnSpLocks/>
          </p:cNvCxnSpPr>
          <p:nvPr/>
        </p:nvCxnSpPr>
        <p:spPr>
          <a:xfrm>
            <a:off x="8419871" y="3850148"/>
            <a:ext cx="232207" cy="0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A picture containing text, indoor, wall&#10;&#10;Description automatically generated">
            <a:extLst>
              <a:ext uri="{FF2B5EF4-FFF2-40B4-BE49-F238E27FC236}">
                <a16:creationId xmlns:a16="http://schemas.microsoft.com/office/drawing/2014/main" id="{A5F655EC-E341-422C-AA64-5032709EF3FE}"/>
              </a:ext>
            </a:extLst>
          </p:cNvPr>
          <p:cNvPicPr>
            <a:picLocks noChangeAspect="1"/>
          </p:cNvPicPr>
          <p:nvPr/>
        </p:nvPicPr>
        <p:blipFill rotWithShape="1">
          <a:blip r:embed="rId2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10488273" y="5468752"/>
            <a:ext cx="1815888" cy="881189"/>
          </a:xfrm>
          <a:prstGeom prst="rect">
            <a:avLst/>
          </a:prstGeom>
        </p:spPr>
      </p:pic>
      <p:pic>
        <p:nvPicPr>
          <p:cNvPr id="127" name="Picture 6" descr="Image result for dspace logo">
            <a:extLst>
              <a:ext uri="{FF2B5EF4-FFF2-40B4-BE49-F238E27FC236}">
                <a16:creationId xmlns:a16="http://schemas.microsoft.com/office/drawing/2014/main" id="{A2A07BD0-C7D4-453B-9AAF-68D59421FF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100987" y="5380773"/>
            <a:ext cx="602108" cy="188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80C16FDA-6A38-418A-A771-FEAC75100123}"/>
              </a:ext>
            </a:extLst>
          </p:cNvPr>
          <p:cNvSpPr/>
          <p:nvPr/>
        </p:nvSpPr>
        <p:spPr>
          <a:xfrm>
            <a:off x="9496424" y="6000750"/>
            <a:ext cx="309563" cy="82323"/>
          </a:xfrm>
          <a:prstGeom prst="rect">
            <a:avLst/>
          </a:prstGeom>
          <a:solidFill>
            <a:srgbClr val="171511"/>
          </a:solidFill>
          <a:ln w="38100">
            <a:noFill/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C4FB912A-6112-4167-B846-69D16D966C6B}"/>
              </a:ext>
            </a:extLst>
          </p:cNvPr>
          <p:cNvSpPr/>
          <p:nvPr/>
        </p:nvSpPr>
        <p:spPr>
          <a:xfrm>
            <a:off x="10098882" y="6164531"/>
            <a:ext cx="386672" cy="82323"/>
          </a:xfrm>
          <a:prstGeom prst="rect">
            <a:avLst/>
          </a:prstGeom>
          <a:solidFill>
            <a:srgbClr val="171511"/>
          </a:solidFill>
          <a:ln w="38100">
            <a:noFill/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94" name="Picture 4" descr="Image result for oak ridge national laboratory logo">
            <a:extLst>
              <a:ext uri="{FF2B5EF4-FFF2-40B4-BE49-F238E27FC236}">
                <a16:creationId xmlns:a16="http://schemas.microsoft.com/office/drawing/2014/main" id="{3368BC0E-12AE-47B2-A85D-520165BA08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200000">
            <a:off x="3481899" y="5001747"/>
            <a:ext cx="716466" cy="419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7" name="Picture 4" descr="Image result for oak ridge national laboratory logo">
            <a:extLst>
              <a:ext uri="{FF2B5EF4-FFF2-40B4-BE49-F238E27FC236}">
                <a16:creationId xmlns:a16="http://schemas.microsoft.com/office/drawing/2014/main" id="{DBA59032-4365-49B4-A930-6978A55357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200000">
            <a:off x="7787424" y="5020194"/>
            <a:ext cx="716466" cy="419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07AC97FC-6687-435D-86F9-1ECF806F4AA2}"/>
              </a:ext>
            </a:extLst>
          </p:cNvPr>
          <p:cNvSpPr txBox="1"/>
          <p:nvPr/>
        </p:nvSpPr>
        <p:spPr>
          <a:xfrm>
            <a:off x="4407280" y="5003982"/>
            <a:ext cx="2753699" cy="244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90000"/>
              </a:lnSpc>
            </a:pPr>
            <a:r>
              <a:rPr lang="en-US" sz="1100" dirty="0">
                <a:solidFill>
                  <a:schemeClr val="bg1"/>
                </a:solidFill>
                <a:latin typeface="+mn-lt"/>
              </a:rPr>
              <a:t> Image courtesy of dSPACE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2045098-CE97-4852-9A4C-6C509038D633}"/>
              </a:ext>
            </a:extLst>
          </p:cNvPr>
          <p:cNvSpPr txBox="1"/>
          <p:nvPr/>
        </p:nvSpPr>
        <p:spPr>
          <a:xfrm>
            <a:off x="4438001" y="2116630"/>
            <a:ext cx="2753699" cy="244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90000"/>
              </a:lnSpc>
            </a:pPr>
            <a:r>
              <a:rPr lang="en-US" sz="1100" dirty="0">
                <a:solidFill>
                  <a:schemeClr val="bg1"/>
                </a:solidFill>
                <a:latin typeface="+mn-lt"/>
              </a:rPr>
              <a:t> Image courtesy of CARLA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CA8BF7A-B8A5-40E6-A3D6-E5DCE0368C17}"/>
              </a:ext>
            </a:extLst>
          </p:cNvPr>
          <p:cNvSpPr txBox="1"/>
          <p:nvPr/>
        </p:nvSpPr>
        <p:spPr>
          <a:xfrm>
            <a:off x="5493829" y="3508009"/>
            <a:ext cx="2743200" cy="244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100" b="0" i="0" dirty="0">
                <a:solidFill>
                  <a:schemeClr val="bg1"/>
                </a:solidFill>
                <a:effectLst/>
                <a:latin typeface="Open Sans"/>
              </a:rPr>
              <a:t>(Virtual Test Drive, 2017)</a:t>
            </a:r>
            <a:endParaRPr lang="en-US" sz="11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96058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FA391-4825-485B-A266-434E147CF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Debate: Existing interface VS Fully customized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10111-A66E-4378-B71F-4450259E9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5" y="1064186"/>
            <a:ext cx="11430000" cy="4650814"/>
          </a:xfrm>
        </p:spPr>
        <p:txBody>
          <a:bodyPr/>
          <a:lstStyle/>
          <a:p>
            <a:r>
              <a:rPr lang="en-US" sz="2000" b="0" dirty="0"/>
              <a:t>Existing interface is Eclipse MOSAIC.</a:t>
            </a:r>
          </a:p>
          <a:p>
            <a:r>
              <a:rPr lang="en-US" sz="2000" b="0" dirty="0"/>
              <a:t>It is pretty heavy and based on JAVA.</a:t>
            </a:r>
          </a:p>
          <a:p>
            <a:r>
              <a:rPr lang="en-US" sz="2000" b="0" dirty="0"/>
              <a:t>It is not originally designed for integration with real-time control system. The synchronization may need significant modifications </a:t>
            </a:r>
            <a:r>
              <a:rPr lang="en-US" sz="2000" b="0" dirty="0">
                <a:highlight>
                  <a:srgbClr val="FFFF00"/>
                </a:highlight>
              </a:rPr>
              <a:t>[double check this]</a:t>
            </a:r>
            <a:r>
              <a:rPr lang="en-US" sz="2000" b="0" dirty="0"/>
              <a:t>. e.g. SUMO should wait for command from ego vehicle/dSPACE. </a:t>
            </a:r>
          </a:p>
          <a:p>
            <a:r>
              <a:rPr lang="en-US" sz="2000" b="0" dirty="0"/>
              <a:t>We don’t have full control on the codes.</a:t>
            </a:r>
          </a:p>
          <a:p>
            <a:r>
              <a:rPr lang="en-US" sz="2000" b="0" dirty="0"/>
              <a:t>The performance is not fully tested.</a:t>
            </a:r>
          </a:p>
          <a:p>
            <a:r>
              <a:rPr lang="en-US" sz="2000" b="0" dirty="0"/>
              <a:t>It does not support VISSIM, CARLA, VTD, IPG, ASM. i.e. we need to develop interfaces following their architecture to integrate these tools. No well established API for this yet. </a:t>
            </a:r>
          </a:p>
          <a:p>
            <a:r>
              <a:rPr lang="en-US" sz="2000" b="0" dirty="0"/>
              <a:t>If we are clear about all the </a:t>
            </a:r>
            <a:r>
              <a:rPr lang="en-US" sz="2000" dirty="0"/>
              <a:t>components</a:t>
            </a:r>
            <a:r>
              <a:rPr lang="en-US" sz="2000" b="0" dirty="0"/>
              <a:t> we want to integrate, e.g. traffic, communication, control, virtual environment, sensors, XIL, and all the </a:t>
            </a:r>
            <a:r>
              <a:rPr lang="en-US" sz="2000" dirty="0"/>
              <a:t>information flow</a:t>
            </a:r>
            <a:r>
              <a:rPr lang="en-US" sz="2000" b="0" dirty="0"/>
              <a:t>, I believe we could come up with a solution. </a:t>
            </a:r>
          </a:p>
          <a:p>
            <a:endParaRPr lang="en-US" sz="2000" b="0" dirty="0"/>
          </a:p>
          <a:p>
            <a:endParaRPr lang="en-US" sz="2000" b="0" dirty="0"/>
          </a:p>
        </p:txBody>
      </p:sp>
    </p:spTree>
    <p:extLst>
      <p:ext uri="{BB962C8B-B14F-4D97-AF65-F5344CB8AC3E}">
        <p14:creationId xmlns:p14="http://schemas.microsoft.com/office/powerpoint/2010/main" val="1363870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E707403-DC48-4DFF-8BA0-658FF25670E7}"/>
              </a:ext>
            </a:extLst>
          </p:cNvPr>
          <p:cNvSpPr/>
          <p:nvPr/>
        </p:nvSpPr>
        <p:spPr>
          <a:xfrm>
            <a:off x="2096652" y="691504"/>
            <a:ext cx="1684421" cy="593558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Traffic Simulator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43EC9F-BAFA-46DC-99C6-3955CC625621}"/>
              </a:ext>
            </a:extLst>
          </p:cNvPr>
          <p:cNvSpPr/>
          <p:nvPr/>
        </p:nvSpPr>
        <p:spPr>
          <a:xfrm>
            <a:off x="2096653" y="3210115"/>
            <a:ext cx="1684421" cy="593558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CAV Controller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6DB2E5C-7257-4965-A20B-FC639DD0A0DE}"/>
              </a:ext>
            </a:extLst>
          </p:cNvPr>
          <p:cNvCxnSpPr>
            <a:cxnSpLocks/>
          </p:cNvCxnSpPr>
          <p:nvPr/>
        </p:nvCxnSpPr>
        <p:spPr>
          <a:xfrm>
            <a:off x="3335905" y="1285062"/>
            <a:ext cx="2" cy="641684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BE87F959-D43C-4E9D-9077-F4E5E62CC423}"/>
              </a:ext>
            </a:extLst>
          </p:cNvPr>
          <p:cNvSpPr/>
          <p:nvPr/>
        </p:nvSpPr>
        <p:spPr>
          <a:xfrm>
            <a:off x="2016442" y="4357125"/>
            <a:ext cx="1860886" cy="794084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Virtual Environment/Vehicle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B84CB0-3BC7-4C8B-B0EE-668A4C52D629}"/>
              </a:ext>
            </a:extLst>
          </p:cNvPr>
          <p:cNvSpPr/>
          <p:nvPr/>
        </p:nvSpPr>
        <p:spPr>
          <a:xfrm>
            <a:off x="2104674" y="5572888"/>
            <a:ext cx="1684421" cy="593558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XIL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7102EF3-092B-40B4-B089-A79434F997BE}"/>
              </a:ext>
            </a:extLst>
          </p:cNvPr>
          <p:cNvCxnSpPr>
            <a:cxnSpLocks/>
            <a:endCxn id="7" idx="0"/>
          </p:cNvCxnSpPr>
          <p:nvPr/>
        </p:nvCxnSpPr>
        <p:spPr>
          <a:xfrm flipH="1">
            <a:off x="2938864" y="2520304"/>
            <a:ext cx="1" cy="689811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21426BA-845D-447C-95FE-5BF575BAF5F3}"/>
              </a:ext>
            </a:extLst>
          </p:cNvPr>
          <p:cNvCxnSpPr>
            <a:cxnSpLocks/>
          </p:cNvCxnSpPr>
          <p:nvPr/>
        </p:nvCxnSpPr>
        <p:spPr>
          <a:xfrm flipH="1">
            <a:off x="3372002" y="3803673"/>
            <a:ext cx="1" cy="553452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AE63A42-AD3E-4BFF-970E-7FE9D8DBD1B4}"/>
              </a:ext>
            </a:extLst>
          </p:cNvPr>
          <p:cNvCxnSpPr>
            <a:cxnSpLocks/>
          </p:cNvCxnSpPr>
          <p:nvPr/>
        </p:nvCxnSpPr>
        <p:spPr>
          <a:xfrm flipH="1">
            <a:off x="2497707" y="3803673"/>
            <a:ext cx="1" cy="553452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94E5DF8D-2703-4FD2-85D3-12364F2D3DE6}"/>
              </a:ext>
            </a:extLst>
          </p:cNvPr>
          <p:cNvCxnSpPr>
            <a:cxnSpLocks/>
            <a:stCxn id="7" idx="1"/>
          </p:cNvCxnSpPr>
          <p:nvPr/>
        </p:nvCxnSpPr>
        <p:spPr>
          <a:xfrm rot="10800000" flipH="1">
            <a:off x="2096652" y="2223526"/>
            <a:ext cx="1" cy="1283369"/>
          </a:xfrm>
          <a:prstGeom prst="bentConnector3">
            <a:avLst>
              <a:gd name="adj1" fmla="val -22860000000"/>
            </a:avLst>
          </a:prstGeom>
          <a:ln w="28575">
            <a:solidFill>
              <a:schemeClr val="bg1">
                <a:lumMod val="50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A2AFBA1-5C28-4204-B037-0D9CF51FDD09}"/>
              </a:ext>
            </a:extLst>
          </p:cNvPr>
          <p:cNvSpPr txBox="1"/>
          <p:nvPr/>
        </p:nvSpPr>
        <p:spPr>
          <a:xfrm>
            <a:off x="3335904" y="1371435"/>
            <a:ext cx="906379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200" dirty="0">
                <a:latin typeface="+mn-lt"/>
              </a:rPr>
              <a:t>Traffic (k)</a:t>
            </a:r>
          </a:p>
          <a:p>
            <a:pPr algn="l">
              <a:lnSpc>
                <a:spcPct val="90000"/>
              </a:lnSpc>
            </a:pPr>
            <a:r>
              <a:rPr lang="en-US" sz="1200" dirty="0"/>
              <a:t>Ego (k)</a:t>
            </a:r>
            <a:endParaRPr lang="en-US" sz="1200" dirty="0">
              <a:latin typeface="+mn-l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D169FE-08B6-4BA2-B5F3-ACECB011F3F2}"/>
              </a:ext>
            </a:extLst>
          </p:cNvPr>
          <p:cNvSpPr txBox="1"/>
          <p:nvPr/>
        </p:nvSpPr>
        <p:spPr>
          <a:xfrm>
            <a:off x="2918812" y="2632790"/>
            <a:ext cx="906379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200" dirty="0">
                <a:latin typeface="+mn-lt"/>
              </a:rPr>
              <a:t>Traffic (k)</a:t>
            </a:r>
          </a:p>
          <a:p>
            <a:pPr>
              <a:lnSpc>
                <a:spcPct val="90000"/>
              </a:lnSpc>
            </a:pPr>
            <a:r>
              <a:rPr lang="en-US" sz="1200" dirty="0"/>
              <a:t>Ego (k)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025BA32-9963-40F2-9647-B9853021D132}"/>
              </a:ext>
            </a:extLst>
          </p:cNvPr>
          <p:cNvSpPr txBox="1"/>
          <p:nvPr/>
        </p:nvSpPr>
        <p:spPr>
          <a:xfrm>
            <a:off x="3372001" y="3876245"/>
            <a:ext cx="1407671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Traffic (k)</a:t>
            </a:r>
          </a:p>
          <a:p>
            <a:pPr>
              <a:lnSpc>
                <a:spcPct val="90000"/>
              </a:lnSpc>
            </a:pPr>
            <a:r>
              <a:rPr lang="en-US" sz="1200" dirty="0"/>
              <a:t>Ego </a:t>
            </a:r>
            <a:r>
              <a:rPr lang="en-US" sz="1200" dirty="0" err="1"/>
              <a:t>Cmd</a:t>
            </a:r>
            <a:r>
              <a:rPr lang="en-US" sz="1200" dirty="0"/>
              <a:t> (k+1)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738E263-6883-48E3-9526-6DD999166316}"/>
              </a:ext>
            </a:extLst>
          </p:cNvPr>
          <p:cNvSpPr txBox="1"/>
          <p:nvPr/>
        </p:nvSpPr>
        <p:spPr>
          <a:xfrm>
            <a:off x="1505138" y="3951133"/>
            <a:ext cx="1407671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Ego (k+1)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509D6D1-C985-4EFC-9943-D335330BB2E8}"/>
              </a:ext>
            </a:extLst>
          </p:cNvPr>
          <p:cNvSpPr/>
          <p:nvPr/>
        </p:nvSpPr>
        <p:spPr>
          <a:xfrm>
            <a:off x="412231" y="2307938"/>
            <a:ext cx="1457450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Ego (k+1)</a:t>
            </a:r>
          </a:p>
          <a:p>
            <a:pPr>
              <a:lnSpc>
                <a:spcPct val="90000"/>
              </a:lnSpc>
            </a:pPr>
            <a:r>
              <a:rPr lang="en-US" sz="1200" dirty="0"/>
              <a:t>Traffic </a:t>
            </a:r>
            <a:r>
              <a:rPr lang="en-US" sz="1200" dirty="0" err="1"/>
              <a:t>Cmd</a:t>
            </a:r>
            <a:r>
              <a:rPr lang="en-US" sz="1200" dirty="0"/>
              <a:t> (k+1)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ED8E268-DC6F-43F9-86C7-229D655A7380}"/>
              </a:ext>
            </a:extLst>
          </p:cNvPr>
          <p:cNvSpPr/>
          <p:nvPr/>
        </p:nvSpPr>
        <p:spPr>
          <a:xfrm>
            <a:off x="9819328" y="2732670"/>
            <a:ext cx="2185711" cy="593558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Communication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DC3039F-A098-4A9E-A47C-4BADCFAF4982}"/>
              </a:ext>
            </a:extLst>
          </p:cNvPr>
          <p:cNvCxnSpPr>
            <a:cxnSpLocks/>
          </p:cNvCxnSpPr>
          <p:nvPr/>
        </p:nvCxnSpPr>
        <p:spPr>
          <a:xfrm>
            <a:off x="2461611" y="1293274"/>
            <a:ext cx="2" cy="641684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DEFDC191-675A-488D-8EF5-3652B3CA7C2C}"/>
              </a:ext>
            </a:extLst>
          </p:cNvPr>
          <p:cNvSpPr txBox="1"/>
          <p:nvPr/>
        </p:nvSpPr>
        <p:spPr>
          <a:xfrm>
            <a:off x="1036245" y="1329562"/>
            <a:ext cx="145745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Ego (k+1)</a:t>
            </a:r>
          </a:p>
          <a:p>
            <a:pPr>
              <a:lnSpc>
                <a:spcPct val="90000"/>
              </a:lnSpc>
            </a:pPr>
            <a:r>
              <a:rPr lang="en-US" sz="1200" dirty="0"/>
              <a:t>Traffic </a:t>
            </a:r>
            <a:r>
              <a:rPr lang="en-US" sz="1200" dirty="0" err="1"/>
              <a:t>Cmd</a:t>
            </a:r>
            <a:r>
              <a:rPr lang="en-US" sz="1200" dirty="0"/>
              <a:t> (k+1)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DBA1B90-CB84-456D-B430-AE032D61B70B}"/>
              </a:ext>
            </a:extLst>
          </p:cNvPr>
          <p:cNvSpPr/>
          <p:nvPr/>
        </p:nvSpPr>
        <p:spPr>
          <a:xfrm>
            <a:off x="6527488" y="1926746"/>
            <a:ext cx="1684421" cy="593558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Manager</a:t>
            </a:r>
          </a:p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7558A0A-12D2-4BC4-8858-0A0CFFD8660F}"/>
              </a:ext>
            </a:extLst>
          </p:cNvPr>
          <p:cNvSpPr/>
          <p:nvPr/>
        </p:nvSpPr>
        <p:spPr>
          <a:xfrm>
            <a:off x="6527486" y="691504"/>
            <a:ext cx="1684421" cy="593558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Traffic Simulator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16B0810-8F34-4831-81C4-3FBC1418F95F}"/>
              </a:ext>
            </a:extLst>
          </p:cNvPr>
          <p:cNvSpPr/>
          <p:nvPr/>
        </p:nvSpPr>
        <p:spPr>
          <a:xfrm>
            <a:off x="6527487" y="3210115"/>
            <a:ext cx="1684421" cy="593558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CAV Controller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1C60F52-566C-4593-B955-F5BB8C264EDF}"/>
              </a:ext>
            </a:extLst>
          </p:cNvPr>
          <p:cNvCxnSpPr>
            <a:cxnSpLocks/>
          </p:cNvCxnSpPr>
          <p:nvPr/>
        </p:nvCxnSpPr>
        <p:spPr>
          <a:xfrm>
            <a:off x="7766739" y="1285062"/>
            <a:ext cx="2" cy="641684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1EE298B6-22D6-4241-876A-009AB4E87752}"/>
              </a:ext>
            </a:extLst>
          </p:cNvPr>
          <p:cNvSpPr/>
          <p:nvPr/>
        </p:nvSpPr>
        <p:spPr>
          <a:xfrm>
            <a:off x="6447276" y="4357125"/>
            <a:ext cx="1860886" cy="794084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Virtual Environment/Vehicle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462AC20-7A9F-449D-98FA-F984AC59FFA8}"/>
              </a:ext>
            </a:extLst>
          </p:cNvPr>
          <p:cNvSpPr/>
          <p:nvPr/>
        </p:nvSpPr>
        <p:spPr>
          <a:xfrm>
            <a:off x="6535508" y="5564676"/>
            <a:ext cx="1684421" cy="593558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XIL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6860C75-3A98-4F05-8CC5-6B3B046AD173}"/>
              </a:ext>
            </a:extLst>
          </p:cNvPr>
          <p:cNvCxnSpPr>
            <a:cxnSpLocks/>
          </p:cNvCxnSpPr>
          <p:nvPr/>
        </p:nvCxnSpPr>
        <p:spPr>
          <a:xfrm flipH="1">
            <a:off x="7802836" y="3803673"/>
            <a:ext cx="1" cy="553452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73B8044-5517-43F1-982B-9B3AAAB0A9B6}"/>
              </a:ext>
            </a:extLst>
          </p:cNvPr>
          <p:cNvCxnSpPr>
            <a:cxnSpLocks/>
          </p:cNvCxnSpPr>
          <p:nvPr/>
        </p:nvCxnSpPr>
        <p:spPr>
          <a:xfrm flipH="1">
            <a:off x="6928541" y="3803673"/>
            <a:ext cx="1" cy="553452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3B4E7BC7-CD11-480B-92DD-F24B7CC51EF8}"/>
              </a:ext>
            </a:extLst>
          </p:cNvPr>
          <p:cNvCxnSpPr>
            <a:cxnSpLocks/>
            <a:stCxn id="55" idx="1"/>
            <a:endCxn id="53" idx="1"/>
          </p:cNvCxnSpPr>
          <p:nvPr/>
        </p:nvCxnSpPr>
        <p:spPr>
          <a:xfrm rot="10800000" flipH="1">
            <a:off x="6527486" y="2223526"/>
            <a:ext cx="1" cy="1283369"/>
          </a:xfrm>
          <a:prstGeom prst="bentConnector3">
            <a:avLst>
              <a:gd name="adj1" fmla="val -22860000000"/>
            </a:avLst>
          </a:prstGeom>
          <a:ln w="28575">
            <a:solidFill>
              <a:schemeClr val="bg1">
                <a:lumMod val="50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23B8919A-B181-4FF9-8B12-3FD6C324145F}"/>
              </a:ext>
            </a:extLst>
          </p:cNvPr>
          <p:cNvSpPr txBox="1"/>
          <p:nvPr/>
        </p:nvSpPr>
        <p:spPr>
          <a:xfrm>
            <a:off x="7766738" y="1371435"/>
            <a:ext cx="906379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200" dirty="0">
                <a:latin typeface="+mn-lt"/>
              </a:rPr>
              <a:t>Traffic (k)</a:t>
            </a:r>
          </a:p>
          <a:p>
            <a:pPr algn="l">
              <a:lnSpc>
                <a:spcPct val="90000"/>
              </a:lnSpc>
            </a:pPr>
            <a:r>
              <a:rPr lang="en-US" sz="1200" dirty="0"/>
              <a:t>Ego (k)</a:t>
            </a:r>
            <a:endParaRPr lang="en-US" sz="1200" dirty="0">
              <a:latin typeface="+mn-lt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C5AD48F-2A52-4B16-AFCD-81BEEC7AEFAF}"/>
              </a:ext>
            </a:extLst>
          </p:cNvPr>
          <p:cNvSpPr txBox="1"/>
          <p:nvPr/>
        </p:nvSpPr>
        <p:spPr>
          <a:xfrm>
            <a:off x="8976747" y="1780024"/>
            <a:ext cx="906379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200" dirty="0">
                <a:latin typeface="+mn-lt"/>
              </a:rPr>
              <a:t>Traffic (k)</a:t>
            </a:r>
          </a:p>
          <a:p>
            <a:pPr>
              <a:lnSpc>
                <a:spcPct val="90000"/>
              </a:lnSpc>
            </a:pPr>
            <a:r>
              <a:rPr lang="en-US" sz="1200" dirty="0"/>
              <a:t>Ego (k)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27AE2E5-6570-4B2F-B354-2A812AC9632C}"/>
              </a:ext>
            </a:extLst>
          </p:cNvPr>
          <p:cNvSpPr txBox="1"/>
          <p:nvPr/>
        </p:nvSpPr>
        <p:spPr>
          <a:xfrm>
            <a:off x="7802836" y="3868033"/>
            <a:ext cx="1407671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Traffic (k)</a:t>
            </a:r>
          </a:p>
          <a:p>
            <a:pPr>
              <a:lnSpc>
                <a:spcPct val="90000"/>
              </a:lnSpc>
            </a:pPr>
            <a:r>
              <a:rPr lang="en-US" sz="1200" dirty="0"/>
              <a:t>Ego </a:t>
            </a:r>
            <a:r>
              <a:rPr lang="en-US" sz="1200" dirty="0" err="1"/>
              <a:t>Cmd</a:t>
            </a:r>
            <a:r>
              <a:rPr lang="en-US" sz="1200" dirty="0"/>
              <a:t> (k+1)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B7EAF6-047D-44FC-8929-F52F71FB81A2}"/>
              </a:ext>
            </a:extLst>
          </p:cNvPr>
          <p:cNvSpPr txBox="1"/>
          <p:nvPr/>
        </p:nvSpPr>
        <p:spPr>
          <a:xfrm>
            <a:off x="5935972" y="3951133"/>
            <a:ext cx="1407671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Ego (k+1)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1E03057A-84ED-41E8-9B91-67C3A9E8A42C}"/>
              </a:ext>
            </a:extLst>
          </p:cNvPr>
          <p:cNvSpPr/>
          <p:nvPr/>
        </p:nvSpPr>
        <p:spPr>
          <a:xfrm>
            <a:off x="4843065" y="2307938"/>
            <a:ext cx="1457450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Ego (k+1)</a:t>
            </a:r>
          </a:p>
          <a:p>
            <a:pPr>
              <a:lnSpc>
                <a:spcPct val="90000"/>
              </a:lnSpc>
            </a:pPr>
            <a:r>
              <a:rPr lang="en-US" sz="1200" dirty="0"/>
              <a:t>Traffic </a:t>
            </a:r>
            <a:r>
              <a:rPr lang="en-US" sz="1200" dirty="0" err="1"/>
              <a:t>Cmd</a:t>
            </a:r>
            <a:r>
              <a:rPr lang="en-US" sz="1200" dirty="0"/>
              <a:t> (k+1)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A24B0C22-A309-42B4-82A2-0AFD23DD2A92}"/>
              </a:ext>
            </a:extLst>
          </p:cNvPr>
          <p:cNvCxnSpPr>
            <a:cxnSpLocks/>
          </p:cNvCxnSpPr>
          <p:nvPr/>
        </p:nvCxnSpPr>
        <p:spPr>
          <a:xfrm>
            <a:off x="6892445" y="1293274"/>
            <a:ext cx="2" cy="641684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9BC70ED2-03D4-4FAE-947B-B64703358873}"/>
              </a:ext>
            </a:extLst>
          </p:cNvPr>
          <p:cNvSpPr txBox="1"/>
          <p:nvPr/>
        </p:nvSpPr>
        <p:spPr>
          <a:xfrm>
            <a:off x="5467079" y="1329562"/>
            <a:ext cx="145745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Ego (k+1)</a:t>
            </a:r>
          </a:p>
          <a:p>
            <a:pPr>
              <a:lnSpc>
                <a:spcPct val="90000"/>
              </a:lnSpc>
            </a:pPr>
            <a:r>
              <a:rPr lang="en-US" sz="1200" dirty="0"/>
              <a:t>Traffic </a:t>
            </a:r>
            <a:r>
              <a:rPr lang="en-US" sz="1200" dirty="0" err="1"/>
              <a:t>Cmd</a:t>
            </a:r>
            <a:r>
              <a:rPr lang="en-US" sz="1200" dirty="0"/>
              <a:t> (k+1)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0B2EFE33-8D8D-4F02-B525-33AE6BC801A9}"/>
              </a:ext>
            </a:extLst>
          </p:cNvPr>
          <p:cNvCxnSpPr>
            <a:cxnSpLocks/>
          </p:cNvCxnSpPr>
          <p:nvPr/>
        </p:nvCxnSpPr>
        <p:spPr>
          <a:xfrm flipH="1">
            <a:off x="7343643" y="2521803"/>
            <a:ext cx="1" cy="689811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E10DC75D-EEAC-4238-BDF9-DF5318ABB9EB}"/>
              </a:ext>
            </a:extLst>
          </p:cNvPr>
          <p:cNvSpPr/>
          <p:nvPr/>
        </p:nvSpPr>
        <p:spPr>
          <a:xfrm>
            <a:off x="7343642" y="2652844"/>
            <a:ext cx="970137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Request </a:t>
            </a:r>
          </a:p>
          <a:p>
            <a:pPr>
              <a:lnSpc>
                <a:spcPct val="90000"/>
              </a:lnSpc>
            </a:pPr>
            <a:r>
              <a:rPr lang="en-US" sz="1200" dirty="0" err="1"/>
              <a:t>Cmd</a:t>
            </a:r>
            <a:r>
              <a:rPr lang="en-US" sz="1200" dirty="0"/>
              <a:t> (k+1)</a:t>
            </a:r>
          </a:p>
        </p:txBody>
      </p: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01DE39D3-1B99-43BE-BEF8-203ABB72610A}"/>
              </a:ext>
            </a:extLst>
          </p:cNvPr>
          <p:cNvCxnSpPr>
            <a:cxnSpLocks/>
            <a:stCxn id="53" idx="3"/>
            <a:endCxn id="49" idx="0"/>
          </p:cNvCxnSpPr>
          <p:nvPr/>
        </p:nvCxnSpPr>
        <p:spPr>
          <a:xfrm>
            <a:off x="8211909" y="2223525"/>
            <a:ext cx="2700275" cy="509145"/>
          </a:xfrm>
          <a:prstGeom prst="bentConnector2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or: Curved 77">
            <a:extLst>
              <a:ext uri="{FF2B5EF4-FFF2-40B4-BE49-F238E27FC236}">
                <a16:creationId xmlns:a16="http://schemas.microsoft.com/office/drawing/2014/main" id="{E52BCC0F-05FC-437F-9DD4-83BD48DB5E10}"/>
              </a:ext>
            </a:extLst>
          </p:cNvPr>
          <p:cNvCxnSpPr>
            <a:cxnSpLocks/>
            <a:stCxn id="49" idx="1"/>
            <a:endCxn id="55" idx="3"/>
          </p:cNvCxnSpPr>
          <p:nvPr/>
        </p:nvCxnSpPr>
        <p:spPr>
          <a:xfrm rot="10800000" flipV="1">
            <a:off x="8211908" y="3029448"/>
            <a:ext cx="1607420" cy="477445"/>
          </a:xfrm>
          <a:prstGeom prst="curvedConnector3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3769D45E-5A48-4FB4-ABD4-EE9E8D8382F3}"/>
              </a:ext>
            </a:extLst>
          </p:cNvPr>
          <p:cNvSpPr txBox="1"/>
          <p:nvPr/>
        </p:nvSpPr>
        <p:spPr>
          <a:xfrm>
            <a:off x="8436647" y="2807481"/>
            <a:ext cx="1415316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200" dirty="0">
                <a:latin typeface="+mn-lt"/>
              </a:rPr>
              <a:t>Traffic Received at (k)</a:t>
            </a:r>
            <a:endParaRPr lang="en-US" sz="12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CCF0684-51B9-4464-A7EF-B7EEB8CE223A}"/>
              </a:ext>
            </a:extLst>
          </p:cNvPr>
          <p:cNvSpPr txBox="1"/>
          <p:nvPr/>
        </p:nvSpPr>
        <p:spPr>
          <a:xfrm>
            <a:off x="8558043" y="3438605"/>
            <a:ext cx="1325083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200" dirty="0">
                <a:latin typeface="+mn-lt"/>
              </a:rPr>
              <a:t>event based</a:t>
            </a:r>
            <a:endParaRPr lang="en-US" sz="1200" dirty="0"/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7F9C9AC4-CCB6-4B90-8D38-7B8159F6B4EC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2946885" y="5151209"/>
            <a:ext cx="0" cy="421679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9B10DBB7-F2DD-4A48-B65B-3AA2B280B5E6}"/>
              </a:ext>
            </a:extLst>
          </p:cNvPr>
          <p:cNvCxnSpPr>
            <a:cxnSpLocks/>
            <a:stCxn id="57" idx="2"/>
            <a:endCxn id="58" idx="0"/>
          </p:cNvCxnSpPr>
          <p:nvPr/>
        </p:nvCxnSpPr>
        <p:spPr>
          <a:xfrm>
            <a:off x="7377719" y="5151209"/>
            <a:ext cx="0" cy="413467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ctangle 94">
            <a:extLst>
              <a:ext uri="{FF2B5EF4-FFF2-40B4-BE49-F238E27FC236}">
                <a16:creationId xmlns:a16="http://schemas.microsoft.com/office/drawing/2014/main" id="{F9DA05CA-EF38-455C-BBD6-704823CBAA53}"/>
              </a:ext>
            </a:extLst>
          </p:cNvPr>
          <p:cNvSpPr/>
          <p:nvPr/>
        </p:nvSpPr>
        <p:spPr>
          <a:xfrm>
            <a:off x="6872417" y="2214333"/>
            <a:ext cx="1022662" cy="264884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.</a:t>
            </a:r>
            <a:r>
              <a:rPr lang="en-US" sz="1400" dirty="0">
                <a:solidFill>
                  <a:schemeClr val="tx1"/>
                </a:solidFill>
              </a:rPr>
              <a:t>config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A81BE2AA-71C1-4477-B5C9-EF1C99AF1053}"/>
              </a:ext>
            </a:extLst>
          </p:cNvPr>
          <p:cNvSpPr/>
          <p:nvPr/>
        </p:nvSpPr>
        <p:spPr>
          <a:xfrm>
            <a:off x="8436647" y="4910456"/>
            <a:ext cx="3532187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CAV Controller can be a separate module (updates 0.1 seconds) or integrated with Vehicle (updates faster)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.config defines for each controller and communication, what’s the ROI of vehicles to extract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4FF34D8-8276-418E-B6E5-C90CFEBA3942}"/>
              </a:ext>
            </a:extLst>
          </p:cNvPr>
          <p:cNvSpPr txBox="1"/>
          <p:nvPr/>
        </p:nvSpPr>
        <p:spPr>
          <a:xfrm>
            <a:off x="2031633" y="211080"/>
            <a:ext cx="18966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b="1" dirty="0">
                <a:latin typeface="+mn-lt"/>
              </a:rPr>
              <a:t>Basic Structure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3C6FA09-DBBF-48A9-872F-27E5D8E311DD}"/>
              </a:ext>
            </a:extLst>
          </p:cNvPr>
          <p:cNvSpPr txBox="1"/>
          <p:nvPr/>
        </p:nvSpPr>
        <p:spPr>
          <a:xfrm>
            <a:off x="7071274" y="235719"/>
            <a:ext cx="2594093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b="1" dirty="0">
                <a:latin typeface="+mn-lt"/>
              </a:rPr>
              <a:t>With Communication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A9653BAE-7B20-408E-96BD-69E2BD59C27E}"/>
              </a:ext>
            </a:extLst>
          </p:cNvPr>
          <p:cNvSpPr/>
          <p:nvPr/>
        </p:nvSpPr>
        <p:spPr>
          <a:xfrm>
            <a:off x="2089460" y="1903996"/>
            <a:ext cx="1684421" cy="593558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Manager</a:t>
            </a:r>
          </a:p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8DB225FB-D56E-4075-9289-A4BC721E4806}"/>
              </a:ext>
            </a:extLst>
          </p:cNvPr>
          <p:cNvSpPr/>
          <p:nvPr/>
        </p:nvSpPr>
        <p:spPr>
          <a:xfrm>
            <a:off x="2434389" y="2191583"/>
            <a:ext cx="1022662" cy="264884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.</a:t>
            </a:r>
            <a:r>
              <a:rPr lang="en-US" sz="1400" dirty="0">
                <a:solidFill>
                  <a:schemeClr val="tx1"/>
                </a:solidFill>
              </a:rPr>
              <a:t>config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5D58CF83-C2DB-4410-B6AF-4F94D7F3973D}"/>
              </a:ext>
            </a:extLst>
          </p:cNvPr>
          <p:cNvSpPr/>
          <p:nvPr/>
        </p:nvSpPr>
        <p:spPr>
          <a:xfrm>
            <a:off x="4141998" y="1417959"/>
            <a:ext cx="294462" cy="294462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41A88221-95B8-4427-BE14-B51B76A4F292}"/>
              </a:ext>
            </a:extLst>
          </p:cNvPr>
          <p:cNvSpPr/>
          <p:nvPr/>
        </p:nvSpPr>
        <p:spPr>
          <a:xfrm>
            <a:off x="3763624" y="2678182"/>
            <a:ext cx="294462" cy="294462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4C6EC76E-8BCB-4C65-BD71-2237F0EA2327}"/>
              </a:ext>
            </a:extLst>
          </p:cNvPr>
          <p:cNvSpPr/>
          <p:nvPr/>
        </p:nvSpPr>
        <p:spPr>
          <a:xfrm>
            <a:off x="4627556" y="3888930"/>
            <a:ext cx="294462" cy="294462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79F3E7A8-40A9-4516-B85B-60CEB7DB4AA9}"/>
              </a:ext>
            </a:extLst>
          </p:cNvPr>
          <p:cNvSpPr/>
          <p:nvPr/>
        </p:nvSpPr>
        <p:spPr>
          <a:xfrm>
            <a:off x="2540193" y="3933168"/>
            <a:ext cx="294462" cy="294462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5EF217FE-36F6-44F3-A149-11A74A7DC230}"/>
              </a:ext>
            </a:extLst>
          </p:cNvPr>
          <p:cNvSpPr/>
          <p:nvPr/>
        </p:nvSpPr>
        <p:spPr>
          <a:xfrm>
            <a:off x="1296666" y="2848210"/>
            <a:ext cx="294462" cy="294462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35CAD29A-B578-432B-98DF-0ECA71BE466F}"/>
              </a:ext>
            </a:extLst>
          </p:cNvPr>
          <p:cNvSpPr/>
          <p:nvPr/>
        </p:nvSpPr>
        <p:spPr>
          <a:xfrm>
            <a:off x="709701" y="1394697"/>
            <a:ext cx="294462" cy="294462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C1249D67-9492-4400-AEE5-69531E582DC9}"/>
              </a:ext>
            </a:extLst>
          </p:cNvPr>
          <p:cNvSpPr/>
          <p:nvPr/>
        </p:nvSpPr>
        <p:spPr>
          <a:xfrm>
            <a:off x="8673115" y="1394697"/>
            <a:ext cx="294462" cy="294462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E7CC5D98-D08D-4A4C-8388-F0DC99885A55}"/>
              </a:ext>
            </a:extLst>
          </p:cNvPr>
          <p:cNvSpPr/>
          <p:nvPr/>
        </p:nvSpPr>
        <p:spPr>
          <a:xfrm>
            <a:off x="6968925" y="2660250"/>
            <a:ext cx="294462" cy="294462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8E522563-675A-4144-AF63-8CF18A8E32EE}"/>
              </a:ext>
            </a:extLst>
          </p:cNvPr>
          <p:cNvSpPr/>
          <p:nvPr/>
        </p:nvSpPr>
        <p:spPr>
          <a:xfrm>
            <a:off x="9955309" y="1862615"/>
            <a:ext cx="294462" cy="294462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030AA68F-83BF-4287-A0B3-8161C2C420BD}"/>
              </a:ext>
            </a:extLst>
          </p:cNvPr>
          <p:cNvSpPr/>
          <p:nvPr/>
        </p:nvSpPr>
        <p:spPr>
          <a:xfrm>
            <a:off x="7472276" y="3888930"/>
            <a:ext cx="294462" cy="294462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BEC31466-3798-420B-B3A0-0B4985F13AAB}"/>
              </a:ext>
            </a:extLst>
          </p:cNvPr>
          <p:cNvSpPr/>
          <p:nvPr/>
        </p:nvSpPr>
        <p:spPr>
          <a:xfrm>
            <a:off x="6091681" y="4153746"/>
            <a:ext cx="294462" cy="294462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21CD1000-0E84-43D8-9B29-75D75ECB23F2}"/>
              </a:ext>
            </a:extLst>
          </p:cNvPr>
          <p:cNvSpPr/>
          <p:nvPr/>
        </p:nvSpPr>
        <p:spPr>
          <a:xfrm>
            <a:off x="5439890" y="2711185"/>
            <a:ext cx="294462" cy="294462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BBDD123F-22DE-4074-AF63-D6B1BE864CCE}"/>
              </a:ext>
            </a:extLst>
          </p:cNvPr>
          <p:cNvSpPr/>
          <p:nvPr/>
        </p:nvSpPr>
        <p:spPr>
          <a:xfrm>
            <a:off x="5850002" y="1035100"/>
            <a:ext cx="294462" cy="294462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155F16CE-7C81-4533-869B-6DF033DE9DB8}"/>
              </a:ext>
            </a:extLst>
          </p:cNvPr>
          <p:cNvCxnSpPr>
            <a:cxnSpLocks/>
          </p:cNvCxnSpPr>
          <p:nvPr/>
        </p:nvCxnSpPr>
        <p:spPr>
          <a:xfrm>
            <a:off x="4653414" y="5802489"/>
            <a:ext cx="786476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Rectangle 117">
            <a:extLst>
              <a:ext uri="{FF2B5EF4-FFF2-40B4-BE49-F238E27FC236}">
                <a16:creationId xmlns:a16="http://schemas.microsoft.com/office/drawing/2014/main" id="{12FF7F83-5D87-43CC-8895-83F1D09EDC04}"/>
              </a:ext>
            </a:extLst>
          </p:cNvPr>
          <p:cNvSpPr/>
          <p:nvPr/>
        </p:nvSpPr>
        <p:spPr>
          <a:xfrm>
            <a:off x="4580182" y="5433157"/>
            <a:ext cx="8963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TCP/IP</a:t>
            </a:r>
          </a:p>
        </p:txBody>
      </p:sp>
    </p:spTree>
    <p:extLst>
      <p:ext uri="{BB962C8B-B14F-4D97-AF65-F5344CB8AC3E}">
        <p14:creationId xmlns:p14="http://schemas.microsoft.com/office/powerpoint/2010/main" val="3455217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E707403-DC48-4DFF-8BA0-658FF25670E7}"/>
              </a:ext>
            </a:extLst>
          </p:cNvPr>
          <p:cNvSpPr/>
          <p:nvPr/>
        </p:nvSpPr>
        <p:spPr>
          <a:xfrm>
            <a:off x="2103164" y="470351"/>
            <a:ext cx="1684421" cy="593558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Traffic Simulator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43EC9F-BAFA-46DC-99C6-3955CC625621}"/>
              </a:ext>
            </a:extLst>
          </p:cNvPr>
          <p:cNvSpPr/>
          <p:nvPr/>
        </p:nvSpPr>
        <p:spPr>
          <a:xfrm>
            <a:off x="2103165" y="2988962"/>
            <a:ext cx="1684421" cy="593558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CAV Controller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6DB2E5C-7257-4965-A20B-FC639DD0A0DE}"/>
              </a:ext>
            </a:extLst>
          </p:cNvPr>
          <p:cNvCxnSpPr>
            <a:cxnSpLocks/>
          </p:cNvCxnSpPr>
          <p:nvPr/>
        </p:nvCxnSpPr>
        <p:spPr>
          <a:xfrm>
            <a:off x="3342417" y="1063909"/>
            <a:ext cx="2" cy="641684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BE87F959-D43C-4E9D-9077-F4E5E62CC423}"/>
              </a:ext>
            </a:extLst>
          </p:cNvPr>
          <p:cNvSpPr/>
          <p:nvPr/>
        </p:nvSpPr>
        <p:spPr>
          <a:xfrm>
            <a:off x="2022954" y="4135972"/>
            <a:ext cx="1860886" cy="794084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Virtual Environment/Vehicle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B84CB0-3BC7-4C8B-B0EE-668A4C52D629}"/>
              </a:ext>
            </a:extLst>
          </p:cNvPr>
          <p:cNvSpPr/>
          <p:nvPr/>
        </p:nvSpPr>
        <p:spPr>
          <a:xfrm>
            <a:off x="2111186" y="5365820"/>
            <a:ext cx="1684421" cy="593558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XIL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7102EF3-092B-40B4-B089-A79434F997BE}"/>
              </a:ext>
            </a:extLst>
          </p:cNvPr>
          <p:cNvCxnSpPr>
            <a:cxnSpLocks/>
            <a:endCxn id="7" idx="0"/>
          </p:cNvCxnSpPr>
          <p:nvPr/>
        </p:nvCxnSpPr>
        <p:spPr>
          <a:xfrm flipH="1">
            <a:off x="2945376" y="2299151"/>
            <a:ext cx="1" cy="689811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21426BA-845D-447C-95FE-5BF575BAF5F3}"/>
              </a:ext>
            </a:extLst>
          </p:cNvPr>
          <p:cNvCxnSpPr>
            <a:cxnSpLocks/>
          </p:cNvCxnSpPr>
          <p:nvPr/>
        </p:nvCxnSpPr>
        <p:spPr>
          <a:xfrm flipH="1">
            <a:off x="3378514" y="3582520"/>
            <a:ext cx="1" cy="553452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AE63A42-AD3E-4BFF-970E-7FE9D8DBD1B4}"/>
              </a:ext>
            </a:extLst>
          </p:cNvPr>
          <p:cNvCxnSpPr>
            <a:cxnSpLocks/>
          </p:cNvCxnSpPr>
          <p:nvPr/>
        </p:nvCxnSpPr>
        <p:spPr>
          <a:xfrm flipH="1">
            <a:off x="2504219" y="3582520"/>
            <a:ext cx="1" cy="553452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94E5DF8D-2703-4FD2-85D3-12364F2D3DE6}"/>
              </a:ext>
            </a:extLst>
          </p:cNvPr>
          <p:cNvCxnSpPr>
            <a:cxnSpLocks/>
            <a:stCxn id="7" idx="1"/>
          </p:cNvCxnSpPr>
          <p:nvPr/>
        </p:nvCxnSpPr>
        <p:spPr>
          <a:xfrm rot="10800000" flipH="1">
            <a:off x="2103164" y="2002373"/>
            <a:ext cx="1" cy="1283369"/>
          </a:xfrm>
          <a:prstGeom prst="bentConnector3">
            <a:avLst>
              <a:gd name="adj1" fmla="val -22860000000"/>
            </a:avLst>
          </a:prstGeom>
          <a:ln w="28575">
            <a:solidFill>
              <a:schemeClr val="bg1">
                <a:lumMod val="50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A2AFBA1-5C28-4204-B037-0D9CF51FDD09}"/>
              </a:ext>
            </a:extLst>
          </p:cNvPr>
          <p:cNvSpPr txBox="1"/>
          <p:nvPr/>
        </p:nvSpPr>
        <p:spPr>
          <a:xfrm>
            <a:off x="3342416" y="1150282"/>
            <a:ext cx="906379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200" dirty="0">
                <a:latin typeface="+mn-lt"/>
              </a:rPr>
              <a:t>Traffic (k)</a:t>
            </a:r>
          </a:p>
          <a:p>
            <a:pPr algn="l">
              <a:lnSpc>
                <a:spcPct val="90000"/>
              </a:lnSpc>
            </a:pPr>
            <a:r>
              <a:rPr lang="en-US" sz="1200" dirty="0"/>
              <a:t>Ego (k)</a:t>
            </a:r>
            <a:endParaRPr lang="en-US" sz="1200" dirty="0">
              <a:latin typeface="+mn-l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D169FE-08B6-4BA2-B5F3-ACECB011F3F2}"/>
              </a:ext>
            </a:extLst>
          </p:cNvPr>
          <p:cNvSpPr txBox="1"/>
          <p:nvPr/>
        </p:nvSpPr>
        <p:spPr>
          <a:xfrm>
            <a:off x="2925324" y="2411637"/>
            <a:ext cx="906379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200" dirty="0">
                <a:latin typeface="+mn-lt"/>
              </a:rPr>
              <a:t>Traffic (k)</a:t>
            </a:r>
          </a:p>
          <a:p>
            <a:pPr>
              <a:lnSpc>
                <a:spcPct val="90000"/>
              </a:lnSpc>
            </a:pPr>
            <a:r>
              <a:rPr lang="en-US" sz="1200" dirty="0"/>
              <a:t>Ego (k)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025BA32-9963-40F2-9647-B9853021D132}"/>
              </a:ext>
            </a:extLst>
          </p:cNvPr>
          <p:cNvSpPr txBox="1"/>
          <p:nvPr/>
        </p:nvSpPr>
        <p:spPr>
          <a:xfrm>
            <a:off x="3378513" y="3655092"/>
            <a:ext cx="1407671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Traffic (k)</a:t>
            </a:r>
          </a:p>
          <a:p>
            <a:pPr>
              <a:lnSpc>
                <a:spcPct val="90000"/>
              </a:lnSpc>
            </a:pPr>
            <a:r>
              <a:rPr lang="en-US" sz="1200" dirty="0"/>
              <a:t>Ego </a:t>
            </a:r>
            <a:r>
              <a:rPr lang="en-US" sz="1200" dirty="0" err="1"/>
              <a:t>Cmd</a:t>
            </a:r>
            <a:r>
              <a:rPr lang="en-US" sz="1200" dirty="0"/>
              <a:t> (k+1)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738E263-6883-48E3-9526-6DD999166316}"/>
              </a:ext>
            </a:extLst>
          </p:cNvPr>
          <p:cNvSpPr txBox="1"/>
          <p:nvPr/>
        </p:nvSpPr>
        <p:spPr>
          <a:xfrm>
            <a:off x="2437661" y="3703954"/>
            <a:ext cx="918384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Ego (k+1)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509D6D1-C985-4EFC-9943-D335330BB2E8}"/>
              </a:ext>
            </a:extLst>
          </p:cNvPr>
          <p:cNvSpPr/>
          <p:nvPr/>
        </p:nvSpPr>
        <p:spPr>
          <a:xfrm>
            <a:off x="302577" y="2086785"/>
            <a:ext cx="1569660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Ego (k+1)</a:t>
            </a:r>
          </a:p>
          <a:p>
            <a:pPr>
              <a:lnSpc>
                <a:spcPct val="90000"/>
              </a:lnSpc>
            </a:pPr>
            <a:r>
              <a:rPr lang="en-US" sz="1200" dirty="0"/>
              <a:t>(Traffic </a:t>
            </a:r>
            <a:r>
              <a:rPr lang="en-US" sz="1200" dirty="0" err="1"/>
              <a:t>Cmd</a:t>
            </a:r>
            <a:r>
              <a:rPr lang="en-US" sz="1200" dirty="0"/>
              <a:t> (k+1))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DC3039F-A098-4A9E-A47C-4BADCFAF4982}"/>
              </a:ext>
            </a:extLst>
          </p:cNvPr>
          <p:cNvCxnSpPr>
            <a:cxnSpLocks/>
          </p:cNvCxnSpPr>
          <p:nvPr/>
        </p:nvCxnSpPr>
        <p:spPr>
          <a:xfrm>
            <a:off x="2468123" y="1072121"/>
            <a:ext cx="2" cy="641684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DEFDC191-675A-488D-8EF5-3652B3CA7C2C}"/>
              </a:ext>
            </a:extLst>
          </p:cNvPr>
          <p:cNvSpPr txBox="1"/>
          <p:nvPr/>
        </p:nvSpPr>
        <p:spPr>
          <a:xfrm>
            <a:off x="1042757" y="1108409"/>
            <a:ext cx="145745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Ego (k+1)</a:t>
            </a:r>
          </a:p>
          <a:p>
            <a:pPr>
              <a:lnSpc>
                <a:spcPct val="90000"/>
              </a:lnSpc>
            </a:pPr>
            <a:r>
              <a:rPr lang="en-US" sz="1200" dirty="0"/>
              <a:t>Traffic </a:t>
            </a:r>
            <a:r>
              <a:rPr lang="en-US" sz="1200" dirty="0" err="1"/>
              <a:t>Cmd</a:t>
            </a:r>
            <a:r>
              <a:rPr lang="en-US" sz="1200" dirty="0"/>
              <a:t> (k+1)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B610CB8-7CCE-4494-90BB-1651F4789D91}"/>
              </a:ext>
            </a:extLst>
          </p:cNvPr>
          <p:cNvSpPr/>
          <p:nvPr/>
        </p:nvSpPr>
        <p:spPr>
          <a:xfrm>
            <a:off x="805404" y="4135972"/>
            <a:ext cx="1217549" cy="424732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Sensors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3E2786B-54B5-4D50-8D25-2A8B0AA11C69}"/>
              </a:ext>
            </a:extLst>
          </p:cNvPr>
          <p:cNvCxnSpPr>
            <a:cxnSpLocks/>
            <a:endCxn id="42" idx="0"/>
          </p:cNvCxnSpPr>
          <p:nvPr/>
        </p:nvCxnSpPr>
        <p:spPr>
          <a:xfrm flipH="1">
            <a:off x="1414179" y="3582520"/>
            <a:ext cx="688960" cy="553452"/>
          </a:xfrm>
          <a:prstGeom prst="straightConnector1">
            <a:avLst/>
          </a:prstGeom>
          <a:ln w="28575">
            <a:solidFill>
              <a:schemeClr val="accent4"/>
            </a:solidFill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DB924820-982E-4942-9816-64DE15ACCAC4}"/>
              </a:ext>
            </a:extLst>
          </p:cNvPr>
          <p:cNvSpPr txBox="1"/>
          <p:nvPr/>
        </p:nvSpPr>
        <p:spPr>
          <a:xfrm>
            <a:off x="760275" y="3554254"/>
            <a:ext cx="1162629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>
                <a:solidFill>
                  <a:schemeClr val="accent4"/>
                </a:solidFill>
              </a:rPr>
              <a:t>Environment Info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2548DB9-4F0B-41A7-9F58-9C709006D9A3}"/>
              </a:ext>
            </a:extLst>
          </p:cNvPr>
          <p:cNvSpPr/>
          <p:nvPr/>
        </p:nvSpPr>
        <p:spPr>
          <a:xfrm>
            <a:off x="7100994" y="682717"/>
            <a:ext cx="1684421" cy="593558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Traffic Simulator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61361B6-7848-49D5-8381-39F467CAC32A}"/>
              </a:ext>
            </a:extLst>
          </p:cNvPr>
          <p:cNvSpPr/>
          <p:nvPr/>
        </p:nvSpPr>
        <p:spPr>
          <a:xfrm>
            <a:off x="5198376" y="3310732"/>
            <a:ext cx="1684421" cy="593558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CAV Controller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D7A59860-713C-4B17-ACEF-7F27C4C57A3D}"/>
              </a:ext>
            </a:extLst>
          </p:cNvPr>
          <p:cNvCxnSpPr>
            <a:cxnSpLocks/>
          </p:cNvCxnSpPr>
          <p:nvPr/>
        </p:nvCxnSpPr>
        <p:spPr>
          <a:xfrm>
            <a:off x="8340247" y="1276275"/>
            <a:ext cx="2" cy="641684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48E9F1C6-2C7F-47E9-80DE-79CA7D7DBB2F}"/>
              </a:ext>
            </a:extLst>
          </p:cNvPr>
          <p:cNvSpPr/>
          <p:nvPr/>
        </p:nvSpPr>
        <p:spPr>
          <a:xfrm>
            <a:off x="5118165" y="4457742"/>
            <a:ext cx="1860886" cy="794084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Virtual Environment/Vehicle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4FD304F4-2243-41CC-99F7-B794F2EE2DB2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6040587" y="2451744"/>
            <a:ext cx="1060407" cy="858988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312424CD-A085-4D10-ADE8-E8652DA71305}"/>
              </a:ext>
            </a:extLst>
          </p:cNvPr>
          <p:cNvCxnSpPr>
            <a:cxnSpLocks/>
          </p:cNvCxnSpPr>
          <p:nvPr/>
        </p:nvCxnSpPr>
        <p:spPr>
          <a:xfrm flipH="1">
            <a:off x="6204006" y="3914358"/>
            <a:ext cx="1" cy="553452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0E6FE2B0-B45F-4E12-B262-3D43FD8E21A5}"/>
              </a:ext>
            </a:extLst>
          </p:cNvPr>
          <p:cNvCxnSpPr>
            <a:cxnSpLocks/>
          </p:cNvCxnSpPr>
          <p:nvPr/>
        </p:nvCxnSpPr>
        <p:spPr>
          <a:xfrm flipH="1">
            <a:off x="5847755" y="3891417"/>
            <a:ext cx="1" cy="553452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27C59E3E-F3CD-4435-965B-92BE373EDB8B}"/>
              </a:ext>
            </a:extLst>
          </p:cNvPr>
          <p:cNvSpPr txBox="1"/>
          <p:nvPr/>
        </p:nvSpPr>
        <p:spPr>
          <a:xfrm>
            <a:off x="8340246" y="1362648"/>
            <a:ext cx="906379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200" dirty="0">
                <a:latin typeface="+mn-lt"/>
              </a:rPr>
              <a:t>Traffic (k)</a:t>
            </a:r>
          </a:p>
          <a:p>
            <a:pPr algn="l">
              <a:lnSpc>
                <a:spcPct val="90000"/>
              </a:lnSpc>
            </a:pPr>
            <a:r>
              <a:rPr lang="en-US" sz="1200" dirty="0"/>
              <a:t>Ego (k)</a:t>
            </a:r>
            <a:endParaRPr lang="en-US" sz="1200" dirty="0">
              <a:latin typeface="+mn-lt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D32AAC0-AE46-4445-A7D1-3CB56413C22A}"/>
              </a:ext>
            </a:extLst>
          </p:cNvPr>
          <p:cNvSpPr txBox="1"/>
          <p:nvPr/>
        </p:nvSpPr>
        <p:spPr>
          <a:xfrm>
            <a:off x="6429606" y="2863750"/>
            <a:ext cx="906379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200" dirty="0">
                <a:latin typeface="+mn-lt"/>
              </a:rPr>
              <a:t>Traffic (k)</a:t>
            </a:r>
          </a:p>
          <a:p>
            <a:pPr>
              <a:lnSpc>
                <a:spcPct val="90000"/>
              </a:lnSpc>
            </a:pPr>
            <a:r>
              <a:rPr lang="en-US" sz="1200" dirty="0"/>
              <a:t>Ego (k)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E558C1E-E6A9-41B7-B17D-73779F850BFA}"/>
              </a:ext>
            </a:extLst>
          </p:cNvPr>
          <p:cNvSpPr txBox="1"/>
          <p:nvPr/>
        </p:nvSpPr>
        <p:spPr>
          <a:xfrm>
            <a:off x="6128652" y="3968649"/>
            <a:ext cx="1295115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Traffic (k)</a:t>
            </a:r>
          </a:p>
          <a:p>
            <a:pPr>
              <a:lnSpc>
                <a:spcPct val="90000"/>
              </a:lnSpc>
            </a:pPr>
            <a:r>
              <a:rPr lang="en-US" sz="1200" dirty="0"/>
              <a:t>Ego </a:t>
            </a:r>
            <a:r>
              <a:rPr lang="en-US" sz="1200" dirty="0" err="1"/>
              <a:t>Cmd</a:t>
            </a:r>
            <a:r>
              <a:rPr lang="en-US" sz="1200" dirty="0"/>
              <a:t> (k+1)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E2AEA4B-E650-4D23-A4BA-5B05D68747A8}"/>
              </a:ext>
            </a:extLst>
          </p:cNvPr>
          <p:cNvSpPr txBox="1"/>
          <p:nvPr/>
        </p:nvSpPr>
        <p:spPr>
          <a:xfrm>
            <a:off x="5019942" y="4022920"/>
            <a:ext cx="881974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Ego (k+1)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61A0453A-92EB-4B70-88D0-F0FD8914E89F}"/>
              </a:ext>
            </a:extLst>
          </p:cNvPr>
          <p:cNvSpPr/>
          <p:nvPr/>
        </p:nvSpPr>
        <p:spPr>
          <a:xfrm>
            <a:off x="5425309" y="2685157"/>
            <a:ext cx="881973" cy="2585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Ego (k+1)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C2ADC84-0567-44BB-9FCD-1E7F337BB2AF}"/>
              </a:ext>
            </a:extLst>
          </p:cNvPr>
          <p:cNvCxnSpPr>
            <a:cxnSpLocks/>
          </p:cNvCxnSpPr>
          <p:nvPr/>
        </p:nvCxnSpPr>
        <p:spPr>
          <a:xfrm>
            <a:off x="7465953" y="1284487"/>
            <a:ext cx="2" cy="641684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07889601-5D40-449B-84F4-414CB4F22F10}"/>
              </a:ext>
            </a:extLst>
          </p:cNvPr>
          <p:cNvSpPr txBox="1"/>
          <p:nvPr/>
        </p:nvSpPr>
        <p:spPr>
          <a:xfrm>
            <a:off x="6040587" y="1320775"/>
            <a:ext cx="145745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Ego (k+1)</a:t>
            </a:r>
          </a:p>
          <a:p>
            <a:pPr>
              <a:lnSpc>
                <a:spcPct val="90000"/>
              </a:lnSpc>
            </a:pPr>
            <a:r>
              <a:rPr lang="en-US" sz="1200" dirty="0"/>
              <a:t>Traffic </a:t>
            </a:r>
            <a:r>
              <a:rPr lang="en-US" sz="1200" dirty="0" err="1"/>
              <a:t>Cmd</a:t>
            </a:r>
            <a:r>
              <a:rPr lang="en-US" sz="1200" dirty="0"/>
              <a:t> (k+1)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2251C519-5CF3-40DC-88B5-B1DFC6E238DF}"/>
              </a:ext>
            </a:extLst>
          </p:cNvPr>
          <p:cNvCxnSpPr>
            <a:cxnSpLocks/>
          </p:cNvCxnSpPr>
          <p:nvPr/>
        </p:nvCxnSpPr>
        <p:spPr>
          <a:xfrm flipH="1">
            <a:off x="5797579" y="2362201"/>
            <a:ext cx="1071519" cy="866409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61BB9381-16E1-4C60-BEFF-D98761733DCD}"/>
              </a:ext>
            </a:extLst>
          </p:cNvPr>
          <p:cNvSpPr/>
          <p:nvPr/>
        </p:nvSpPr>
        <p:spPr>
          <a:xfrm>
            <a:off x="7532706" y="3284557"/>
            <a:ext cx="1684421" cy="593558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CAV Controller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AA58FAE8-57F6-40A0-92D1-507CA0046C44}"/>
              </a:ext>
            </a:extLst>
          </p:cNvPr>
          <p:cNvSpPr/>
          <p:nvPr/>
        </p:nvSpPr>
        <p:spPr>
          <a:xfrm>
            <a:off x="7452495" y="4431567"/>
            <a:ext cx="1860886" cy="794084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Virtual Environment/Vehicle</a:t>
            </a: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F4DA93D9-CD04-44BD-86BA-7CD9BFCA1557}"/>
              </a:ext>
            </a:extLst>
          </p:cNvPr>
          <p:cNvCxnSpPr>
            <a:cxnSpLocks/>
          </p:cNvCxnSpPr>
          <p:nvPr/>
        </p:nvCxnSpPr>
        <p:spPr>
          <a:xfrm flipH="1">
            <a:off x="8538336" y="3888183"/>
            <a:ext cx="1" cy="553452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FB9DA69A-53AA-41C2-B997-F602343957AB}"/>
              </a:ext>
            </a:extLst>
          </p:cNvPr>
          <p:cNvCxnSpPr>
            <a:cxnSpLocks/>
          </p:cNvCxnSpPr>
          <p:nvPr/>
        </p:nvCxnSpPr>
        <p:spPr>
          <a:xfrm flipH="1">
            <a:off x="8182085" y="3865242"/>
            <a:ext cx="1" cy="553452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E4F01E53-FE04-4689-8CEC-DE02DE3672A1}"/>
              </a:ext>
            </a:extLst>
          </p:cNvPr>
          <p:cNvSpPr txBox="1"/>
          <p:nvPr/>
        </p:nvSpPr>
        <p:spPr>
          <a:xfrm>
            <a:off x="8462982" y="3942474"/>
            <a:ext cx="1295115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Traffic (k)</a:t>
            </a:r>
          </a:p>
          <a:p>
            <a:pPr>
              <a:lnSpc>
                <a:spcPct val="90000"/>
              </a:lnSpc>
            </a:pPr>
            <a:r>
              <a:rPr lang="en-US" sz="1200" dirty="0"/>
              <a:t>Ego </a:t>
            </a:r>
            <a:r>
              <a:rPr lang="en-US" sz="1200" dirty="0" err="1"/>
              <a:t>Cmd</a:t>
            </a:r>
            <a:r>
              <a:rPr lang="en-US" sz="1200" dirty="0"/>
              <a:t> (k+1)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3EC1596-9471-4534-AF36-39ED1CEFC416}"/>
              </a:ext>
            </a:extLst>
          </p:cNvPr>
          <p:cNvSpPr txBox="1"/>
          <p:nvPr/>
        </p:nvSpPr>
        <p:spPr>
          <a:xfrm>
            <a:off x="7354272" y="3996745"/>
            <a:ext cx="881974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Ego (k+1)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DD16896E-EA35-4FB6-B9A7-5DCECF4A1393}"/>
              </a:ext>
            </a:extLst>
          </p:cNvPr>
          <p:cNvSpPr/>
          <p:nvPr/>
        </p:nvSpPr>
        <p:spPr>
          <a:xfrm>
            <a:off x="9806487" y="3294625"/>
            <a:ext cx="1684421" cy="593558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CAV Controller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467183D0-B568-4189-961A-7782C7905540}"/>
              </a:ext>
            </a:extLst>
          </p:cNvPr>
          <p:cNvSpPr/>
          <p:nvPr/>
        </p:nvSpPr>
        <p:spPr>
          <a:xfrm>
            <a:off x="9726276" y="4441635"/>
            <a:ext cx="1860886" cy="794084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Virtual Environment/Vehicle</a:t>
            </a: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47D43B35-D0C1-48A4-959C-27033ED0E27F}"/>
              </a:ext>
            </a:extLst>
          </p:cNvPr>
          <p:cNvCxnSpPr>
            <a:cxnSpLocks/>
          </p:cNvCxnSpPr>
          <p:nvPr/>
        </p:nvCxnSpPr>
        <p:spPr>
          <a:xfrm flipH="1">
            <a:off x="10812117" y="3898251"/>
            <a:ext cx="1" cy="553452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E2C79C63-6D34-43EF-8C9E-DE5C5F708CCF}"/>
              </a:ext>
            </a:extLst>
          </p:cNvPr>
          <p:cNvCxnSpPr>
            <a:cxnSpLocks/>
          </p:cNvCxnSpPr>
          <p:nvPr/>
        </p:nvCxnSpPr>
        <p:spPr>
          <a:xfrm flipH="1">
            <a:off x="10455866" y="3875310"/>
            <a:ext cx="1" cy="553452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CEC654FD-3AE2-4878-B2BF-3EA7C483064D}"/>
              </a:ext>
            </a:extLst>
          </p:cNvPr>
          <p:cNvSpPr txBox="1"/>
          <p:nvPr/>
        </p:nvSpPr>
        <p:spPr>
          <a:xfrm>
            <a:off x="10736763" y="3952542"/>
            <a:ext cx="1295115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Traffic (k)</a:t>
            </a:r>
          </a:p>
          <a:p>
            <a:pPr>
              <a:lnSpc>
                <a:spcPct val="90000"/>
              </a:lnSpc>
            </a:pPr>
            <a:r>
              <a:rPr lang="en-US" sz="1200" dirty="0"/>
              <a:t>Ego </a:t>
            </a:r>
            <a:r>
              <a:rPr lang="en-US" sz="1200" dirty="0" err="1"/>
              <a:t>Cmd</a:t>
            </a:r>
            <a:r>
              <a:rPr lang="en-US" sz="1200" dirty="0"/>
              <a:t> (k+1)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C140511C-0D23-4C43-9754-BD9EF9BCBF07}"/>
              </a:ext>
            </a:extLst>
          </p:cNvPr>
          <p:cNvSpPr txBox="1"/>
          <p:nvPr/>
        </p:nvSpPr>
        <p:spPr>
          <a:xfrm>
            <a:off x="9628053" y="4006813"/>
            <a:ext cx="881974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Ego (k+1)</a:t>
            </a: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0D36F438-3A90-4A8A-AD19-562D7FFDD908}"/>
              </a:ext>
            </a:extLst>
          </p:cNvPr>
          <p:cNvCxnSpPr>
            <a:cxnSpLocks/>
          </p:cNvCxnSpPr>
          <p:nvPr/>
        </p:nvCxnSpPr>
        <p:spPr>
          <a:xfrm flipH="1" flipV="1">
            <a:off x="8873685" y="2272522"/>
            <a:ext cx="1693099" cy="966461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69DC4F88-8BFB-4F9D-883A-27AA1DF48710}"/>
              </a:ext>
            </a:extLst>
          </p:cNvPr>
          <p:cNvCxnSpPr>
            <a:cxnSpLocks/>
          </p:cNvCxnSpPr>
          <p:nvPr/>
        </p:nvCxnSpPr>
        <p:spPr>
          <a:xfrm flipH="1" flipV="1">
            <a:off x="8796481" y="2451744"/>
            <a:ext cx="1317114" cy="81994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Rectangle 115">
            <a:extLst>
              <a:ext uri="{FF2B5EF4-FFF2-40B4-BE49-F238E27FC236}">
                <a16:creationId xmlns:a16="http://schemas.microsoft.com/office/drawing/2014/main" id="{6C7C1917-1DF5-407A-9F80-05FFF09BD7E8}"/>
              </a:ext>
            </a:extLst>
          </p:cNvPr>
          <p:cNvSpPr/>
          <p:nvPr/>
        </p:nvSpPr>
        <p:spPr>
          <a:xfrm>
            <a:off x="9854790" y="2588033"/>
            <a:ext cx="881973" cy="2585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Ego (k+1)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3D0EA2EF-F3E5-4941-8288-7B5D1A61E504}"/>
              </a:ext>
            </a:extLst>
          </p:cNvPr>
          <p:cNvSpPr txBox="1"/>
          <p:nvPr/>
        </p:nvSpPr>
        <p:spPr>
          <a:xfrm>
            <a:off x="9220174" y="2928661"/>
            <a:ext cx="906379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200" dirty="0">
                <a:latin typeface="+mn-lt"/>
              </a:rPr>
              <a:t>Traffic (k)</a:t>
            </a:r>
          </a:p>
          <a:p>
            <a:pPr>
              <a:lnSpc>
                <a:spcPct val="90000"/>
              </a:lnSpc>
            </a:pPr>
            <a:r>
              <a:rPr lang="en-US" sz="1200" dirty="0"/>
              <a:t>Ego (k)</a:t>
            </a:r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10C6A4F6-79E4-4A96-AEB8-0C7622180479}"/>
              </a:ext>
            </a:extLst>
          </p:cNvPr>
          <p:cNvCxnSpPr>
            <a:cxnSpLocks/>
          </p:cNvCxnSpPr>
          <p:nvPr/>
        </p:nvCxnSpPr>
        <p:spPr>
          <a:xfrm flipH="1">
            <a:off x="8222807" y="2549172"/>
            <a:ext cx="1" cy="689811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9D29EDE9-D4C5-443A-AE5B-B6394F95C2E7}"/>
              </a:ext>
            </a:extLst>
          </p:cNvPr>
          <p:cNvCxnSpPr>
            <a:cxnSpLocks/>
          </p:cNvCxnSpPr>
          <p:nvPr/>
        </p:nvCxnSpPr>
        <p:spPr>
          <a:xfrm flipH="1">
            <a:off x="7942713" y="2539613"/>
            <a:ext cx="1" cy="689811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1EADDF7B-8A74-4E7A-AC4A-D3A990197358}"/>
              </a:ext>
            </a:extLst>
          </p:cNvPr>
          <p:cNvSpPr txBox="1"/>
          <p:nvPr/>
        </p:nvSpPr>
        <p:spPr>
          <a:xfrm>
            <a:off x="8143816" y="2685433"/>
            <a:ext cx="906379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200" dirty="0">
                <a:latin typeface="+mn-lt"/>
              </a:rPr>
              <a:t>Traffic (k)</a:t>
            </a:r>
          </a:p>
          <a:p>
            <a:pPr>
              <a:lnSpc>
                <a:spcPct val="90000"/>
              </a:lnSpc>
            </a:pPr>
            <a:r>
              <a:rPr lang="en-US" sz="1200" dirty="0"/>
              <a:t>Ego (k)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8996390C-16C8-47BD-8FFF-3AF23A264D13}"/>
              </a:ext>
            </a:extLst>
          </p:cNvPr>
          <p:cNvSpPr/>
          <p:nvPr/>
        </p:nvSpPr>
        <p:spPr>
          <a:xfrm>
            <a:off x="7184259" y="2683969"/>
            <a:ext cx="881973" cy="2585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Ego (k+1)</a:t>
            </a:r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90A731F7-934D-444A-BF1A-801BE968D0E8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2953397" y="4930056"/>
            <a:ext cx="0" cy="435764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CC1915A-3D47-4942-8325-0A7358AB40E6}"/>
              </a:ext>
            </a:extLst>
          </p:cNvPr>
          <p:cNvSpPr txBox="1"/>
          <p:nvPr/>
        </p:nvSpPr>
        <p:spPr>
          <a:xfrm>
            <a:off x="2217925" y="52423"/>
            <a:ext cx="156966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b="1" dirty="0">
                <a:latin typeface="+mn-lt"/>
              </a:rPr>
              <a:t>With Sensors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F99E104C-A4C3-489A-BCBD-A40DD0A0CCCE}"/>
              </a:ext>
            </a:extLst>
          </p:cNvPr>
          <p:cNvSpPr txBox="1"/>
          <p:nvPr/>
        </p:nvSpPr>
        <p:spPr>
          <a:xfrm>
            <a:off x="7210766" y="68135"/>
            <a:ext cx="183685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b="1" dirty="0">
                <a:latin typeface="+mn-lt"/>
              </a:rPr>
              <a:t>HPC </a:t>
            </a:r>
            <a:r>
              <a:rPr lang="en-US" b="1" dirty="0"/>
              <a:t>Potential</a:t>
            </a:r>
            <a:endParaRPr lang="en-US" b="1" dirty="0">
              <a:latin typeface="+mn-lt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50375ECA-74FD-4910-9670-198268F18A34}"/>
              </a:ext>
            </a:extLst>
          </p:cNvPr>
          <p:cNvSpPr/>
          <p:nvPr/>
        </p:nvSpPr>
        <p:spPr>
          <a:xfrm>
            <a:off x="2103139" y="1718838"/>
            <a:ext cx="1684421" cy="593558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Manager</a:t>
            </a:r>
          </a:p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AC2E6209-3930-434A-A5C3-3FEFA8369430}"/>
              </a:ext>
            </a:extLst>
          </p:cNvPr>
          <p:cNvSpPr/>
          <p:nvPr/>
        </p:nvSpPr>
        <p:spPr>
          <a:xfrm>
            <a:off x="2448068" y="2006425"/>
            <a:ext cx="1022662" cy="264884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.</a:t>
            </a:r>
            <a:r>
              <a:rPr lang="en-US" sz="1400" dirty="0">
                <a:solidFill>
                  <a:schemeClr val="tx1"/>
                </a:solidFill>
              </a:rPr>
              <a:t>config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EC861FC3-09D3-47D7-AE5D-E9A2247653E9}"/>
              </a:ext>
            </a:extLst>
          </p:cNvPr>
          <p:cNvSpPr/>
          <p:nvPr/>
        </p:nvSpPr>
        <p:spPr>
          <a:xfrm>
            <a:off x="7112550" y="1928048"/>
            <a:ext cx="1684421" cy="593558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Manager</a:t>
            </a:r>
          </a:p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C23B7540-E4D1-46C0-9B40-AF1993930F0D}"/>
              </a:ext>
            </a:extLst>
          </p:cNvPr>
          <p:cNvSpPr/>
          <p:nvPr/>
        </p:nvSpPr>
        <p:spPr>
          <a:xfrm>
            <a:off x="7457479" y="2215635"/>
            <a:ext cx="1022662" cy="264884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.</a:t>
            </a:r>
            <a:r>
              <a:rPr lang="en-US" sz="1400" dirty="0">
                <a:solidFill>
                  <a:schemeClr val="tx1"/>
                </a:solidFill>
              </a:rPr>
              <a:t>config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8118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E707403-DC48-4DFF-8BA0-658FF25670E7}"/>
              </a:ext>
            </a:extLst>
          </p:cNvPr>
          <p:cNvSpPr/>
          <p:nvPr/>
        </p:nvSpPr>
        <p:spPr>
          <a:xfrm>
            <a:off x="2096652" y="691504"/>
            <a:ext cx="1684421" cy="593558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Traffic Simulator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43EC9F-BAFA-46DC-99C6-3955CC625621}"/>
              </a:ext>
            </a:extLst>
          </p:cNvPr>
          <p:cNvSpPr/>
          <p:nvPr/>
        </p:nvSpPr>
        <p:spPr>
          <a:xfrm>
            <a:off x="2096653" y="3210115"/>
            <a:ext cx="1684421" cy="593558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CAV Controller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6DB2E5C-7257-4965-A20B-FC639DD0A0DE}"/>
              </a:ext>
            </a:extLst>
          </p:cNvPr>
          <p:cNvCxnSpPr>
            <a:cxnSpLocks/>
          </p:cNvCxnSpPr>
          <p:nvPr/>
        </p:nvCxnSpPr>
        <p:spPr>
          <a:xfrm>
            <a:off x="3335905" y="1285062"/>
            <a:ext cx="2" cy="641684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BE87F959-D43C-4E9D-9077-F4E5E62CC423}"/>
              </a:ext>
            </a:extLst>
          </p:cNvPr>
          <p:cNvSpPr/>
          <p:nvPr/>
        </p:nvSpPr>
        <p:spPr>
          <a:xfrm>
            <a:off x="2016442" y="4357125"/>
            <a:ext cx="1860886" cy="794084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Virtual Environment/Vehicle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B84CB0-3BC7-4C8B-B0EE-668A4C52D629}"/>
              </a:ext>
            </a:extLst>
          </p:cNvPr>
          <p:cNvSpPr/>
          <p:nvPr/>
        </p:nvSpPr>
        <p:spPr>
          <a:xfrm>
            <a:off x="2104674" y="5572888"/>
            <a:ext cx="1684421" cy="593558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XIL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7102EF3-092B-40B4-B089-A79434F997BE}"/>
              </a:ext>
            </a:extLst>
          </p:cNvPr>
          <p:cNvCxnSpPr>
            <a:cxnSpLocks/>
            <a:endCxn id="7" idx="0"/>
          </p:cNvCxnSpPr>
          <p:nvPr/>
        </p:nvCxnSpPr>
        <p:spPr>
          <a:xfrm flipH="1">
            <a:off x="2938864" y="2520304"/>
            <a:ext cx="1" cy="689811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21426BA-845D-447C-95FE-5BF575BAF5F3}"/>
              </a:ext>
            </a:extLst>
          </p:cNvPr>
          <p:cNvCxnSpPr>
            <a:cxnSpLocks/>
          </p:cNvCxnSpPr>
          <p:nvPr/>
        </p:nvCxnSpPr>
        <p:spPr>
          <a:xfrm flipH="1">
            <a:off x="3372002" y="3803673"/>
            <a:ext cx="1" cy="553452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AE63A42-AD3E-4BFF-970E-7FE9D8DBD1B4}"/>
              </a:ext>
            </a:extLst>
          </p:cNvPr>
          <p:cNvCxnSpPr>
            <a:cxnSpLocks/>
          </p:cNvCxnSpPr>
          <p:nvPr/>
        </p:nvCxnSpPr>
        <p:spPr>
          <a:xfrm flipH="1">
            <a:off x="2497707" y="3803673"/>
            <a:ext cx="1" cy="553452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94E5DF8D-2703-4FD2-85D3-12364F2D3DE6}"/>
              </a:ext>
            </a:extLst>
          </p:cNvPr>
          <p:cNvCxnSpPr>
            <a:cxnSpLocks/>
            <a:stCxn id="7" idx="1"/>
          </p:cNvCxnSpPr>
          <p:nvPr/>
        </p:nvCxnSpPr>
        <p:spPr>
          <a:xfrm rot="10800000" flipH="1">
            <a:off x="2096652" y="2223526"/>
            <a:ext cx="1" cy="1283369"/>
          </a:xfrm>
          <a:prstGeom prst="bentConnector3">
            <a:avLst>
              <a:gd name="adj1" fmla="val -22860000000"/>
            </a:avLst>
          </a:prstGeom>
          <a:ln w="28575">
            <a:solidFill>
              <a:schemeClr val="bg1">
                <a:lumMod val="50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A2AFBA1-5C28-4204-B037-0D9CF51FDD09}"/>
              </a:ext>
            </a:extLst>
          </p:cNvPr>
          <p:cNvSpPr txBox="1"/>
          <p:nvPr/>
        </p:nvSpPr>
        <p:spPr>
          <a:xfrm>
            <a:off x="3335904" y="1371435"/>
            <a:ext cx="906379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200" dirty="0">
                <a:latin typeface="+mn-lt"/>
              </a:rPr>
              <a:t>Traffic (k)</a:t>
            </a:r>
          </a:p>
          <a:p>
            <a:pPr algn="l">
              <a:lnSpc>
                <a:spcPct val="90000"/>
              </a:lnSpc>
            </a:pPr>
            <a:r>
              <a:rPr lang="en-US" sz="1200" dirty="0"/>
              <a:t>Ego (k)</a:t>
            </a:r>
            <a:endParaRPr lang="en-US" sz="1200" dirty="0">
              <a:latin typeface="+mn-l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D169FE-08B6-4BA2-B5F3-ACECB011F3F2}"/>
              </a:ext>
            </a:extLst>
          </p:cNvPr>
          <p:cNvSpPr txBox="1"/>
          <p:nvPr/>
        </p:nvSpPr>
        <p:spPr>
          <a:xfrm>
            <a:off x="2918812" y="2632790"/>
            <a:ext cx="906379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200" dirty="0">
                <a:latin typeface="+mn-lt"/>
              </a:rPr>
              <a:t>Traffic (k)</a:t>
            </a:r>
          </a:p>
          <a:p>
            <a:pPr>
              <a:lnSpc>
                <a:spcPct val="90000"/>
              </a:lnSpc>
            </a:pPr>
            <a:r>
              <a:rPr lang="en-US" sz="1200" dirty="0"/>
              <a:t>Ego (k)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025BA32-9963-40F2-9647-B9853021D132}"/>
              </a:ext>
            </a:extLst>
          </p:cNvPr>
          <p:cNvSpPr txBox="1"/>
          <p:nvPr/>
        </p:nvSpPr>
        <p:spPr>
          <a:xfrm>
            <a:off x="3372001" y="3876245"/>
            <a:ext cx="1407671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Traffic (k)</a:t>
            </a:r>
          </a:p>
          <a:p>
            <a:pPr>
              <a:lnSpc>
                <a:spcPct val="90000"/>
              </a:lnSpc>
            </a:pPr>
            <a:r>
              <a:rPr lang="en-US" sz="1200" dirty="0"/>
              <a:t>Ego </a:t>
            </a:r>
            <a:r>
              <a:rPr lang="en-US" sz="1200" dirty="0" err="1"/>
              <a:t>Cmd</a:t>
            </a:r>
            <a:r>
              <a:rPr lang="en-US" sz="1200" dirty="0"/>
              <a:t> (k+1)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738E263-6883-48E3-9526-6DD999166316}"/>
              </a:ext>
            </a:extLst>
          </p:cNvPr>
          <p:cNvSpPr txBox="1"/>
          <p:nvPr/>
        </p:nvSpPr>
        <p:spPr>
          <a:xfrm>
            <a:off x="1505138" y="3951133"/>
            <a:ext cx="1407671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Ego (k+1)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509D6D1-C985-4EFC-9943-D335330BB2E8}"/>
              </a:ext>
            </a:extLst>
          </p:cNvPr>
          <p:cNvSpPr/>
          <p:nvPr/>
        </p:nvSpPr>
        <p:spPr>
          <a:xfrm>
            <a:off x="412231" y="2307938"/>
            <a:ext cx="1457450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Ego (k+1)</a:t>
            </a:r>
          </a:p>
          <a:p>
            <a:pPr>
              <a:lnSpc>
                <a:spcPct val="90000"/>
              </a:lnSpc>
            </a:pPr>
            <a:r>
              <a:rPr lang="en-US" sz="1200" dirty="0"/>
              <a:t>Traffic </a:t>
            </a:r>
            <a:r>
              <a:rPr lang="en-US" sz="1200" dirty="0" err="1"/>
              <a:t>Cmd</a:t>
            </a:r>
            <a:r>
              <a:rPr lang="en-US" sz="1200" dirty="0"/>
              <a:t> (k+1)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ED8E268-DC6F-43F9-86C7-229D655A7380}"/>
              </a:ext>
            </a:extLst>
          </p:cNvPr>
          <p:cNvSpPr/>
          <p:nvPr/>
        </p:nvSpPr>
        <p:spPr>
          <a:xfrm>
            <a:off x="9819328" y="2732670"/>
            <a:ext cx="2185711" cy="593558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Communication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DC3039F-A098-4A9E-A47C-4BADCFAF4982}"/>
              </a:ext>
            </a:extLst>
          </p:cNvPr>
          <p:cNvCxnSpPr>
            <a:cxnSpLocks/>
          </p:cNvCxnSpPr>
          <p:nvPr/>
        </p:nvCxnSpPr>
        <p:spPr>
          <a:xfrm>
            <a:off x="2461611" y="1293274"/>
            <a:ext cx="2" cy="641684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DEFDC191-675A-488D-8EF5-3652B3CA7C2C}"/>
              </a:ext>
            </a:extLst>
          </p:cNvPr>
          <p:cNvSpPr txBox="1"/>
          <p:nvPr/>
        </p:nvSpPr>
        <p:spPr>
          <a:xfrm>
            <a:off x="1036245" y="1329562"/>
            <a:ext cx="145745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Ego (k+1)</a:t>
            </a:r>
          </a:p>
          <a:p>
            <a:pPr>
              <a:lnSpc>
                <a:spcPct val="90000"/>
              </a:lnSpc>
            </a:pPr>
            <a:r>
              <a:rPr lang="en-US" sz="1200" dirty="0"/>
              <a:t>Traffic </a:t>
            </a:r>
            <a:r>
              <a:rPr lang="en-US" sz="1200" dirty="0" err="1"/>
              <a:t>Cmd</a:t>
            </a:r>
            <a:r>
              <a:rPr lang="en-US" sz="1200" dirty="0"/>
              <a:t> (k+1)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DBA1B90-CB84-456D-B430-AE032D61B70B}"/>
              </a:ext>
            </a:extLst>
          </p:cNvPr>
          <p:cNvSpPr/>
          <p:nvPr/>
        </p:nvSpPr>
        <p:spPr>
          <a:xfrm>
            <a:off x="6527488" y="1926746"/>
            <a:ext cx="1684421" cy="593558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Manager</a:t>
            </a:r>
          </a:p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7558A0A-12D2-4BC4-8858-0A0CFFD8660F}"/>
              </a:ext>
            </a:extLst>
          </p:cNvPr>
          <p:cNvSpPr/>
          <p:nvPr/>
        </p:nvSpPr>
        <p:spPr>
          <a:xfrm>
            <a:off x="6527486" y="691504"/>
            <a:ext cx="1684421" cy="593558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Traffic Simulator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16B0810-8F34-4831-81C4-3FBC1418F95F}"/>
              </a:ext>
            </a:extLst>
          </p:cNvPr>
          <p:cNvSpPr/>
          <p:nvPr/>
        </p:nvSpPr>
        <p:spPr>
          <a:xfrm>
            <a:off x="6527487" y="3210115"/>
            <a:ext cx="1684421" cy="593558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CAV Controller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1C60F52-566C-4593-B955-F5BB8C264EDF}"/>
              </a:ext>
            </a:extLst>
          </p:cNvPr>
          <p:cNvCxnSpPr>
            <a:cxnSpLocks/>
          </p:cNvCxnSpPr>
          <p:nvPr/>
        </p:nvCxnSpPr>
        <p:spPr>
          <a:xfrm>
            <a:off x="7766739" y="1285062"/>
            <a:ext cx="2" cy="641684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1EE298B6-22D6-4241-876A-009AB4E87752}"/>
              </a:ext>
            </a:extLst>
          </p:cNvPr>
          <p:cNvSpPr/>
          <p:nvPr/>
        </p:nvSpPr>
        <p:spPr>
          <a:xfrm>
            <a:off x="6447276" y="4357125"/>
            <a:ext cx="1860886" cy="794084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Virtual Environment/Vehicle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462AC20-7A9F-449D-98FA-F984AC59FFA8}"/>
              </a:ext>
            </a:extLst>
          </p:cNvPr>
          <p:cNvSpPr/>
          <p:nvPr/>
        </p:nvSpPr>
        <p:spPr>
          <a:xfrm>
            <a:off x="6535508" y="5564676"/>
            <a:ext cx="1684421" cy="593558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XIL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6860C75-3A98-4F05-8CC5-6B3B046AD173}"/>
              </a:ext>
            </a:extLst>
          </p:cNvPr>
          <p:cNvCxnSpPr>
            <a:cxnSpLocks/>
          </p:cNvCxnSpPr>
          <p:nvPr/>
        </p:nvCxnSpPr>
        <p:spPr>
          <a:xfrm flipH="1">
            <a:off x="7802836" y="3803673"/>
            <a:ext cx="1" cy="553452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73B8044-5517-43F1-982B-9B3AAAB0A9B6}"/>
              </a:ext>
            </a:extLst>
          </p:cNvPr>
          <p:cNvCxnSpPr>
            <a:cxnSpLocks/>
          </p:cNvCxnSpPr>
          <p:nvPr/>
        </p:nvCxnSpPr>
        <p:spPr>
          <a:xfrm flipH="1">
            <a:off x="6928541" y="3803673"/>
            <a:ext cx="1" cy="553452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3B4E7BC7-CD11-480B-92DD-F24B7CC51EF8}"/>
              </a:ext>
            </a:extLst>
          </p:cNvPr>
          <p:cNvCxnSpPr>
            <a:cxnSpLocks/>
            <a:stCxn id="55" idx="1"/>
            <a:endCxn id="53" idx="1"/>
          </p:cNvCxnSpPr>
          <p:nvPr/>
        </p:nvCxnSpPr>
        <p:spPr>
          <a:xfrm rot="10800000" flipH="1">
            <a:off x="6527486" y="2223526"/>
            <a:ext cx="1" cy="1283369"/>
          </a:xfrm>
          <a:prstGeom prst="bentConnector3">
            <a:avLst>
              <a:gd name="adj1" fmla="val -22860000000"/>
            </a:avLst>
          </a:prstGeom>
          <a:ln w="28575">
            <a:solidFill>
              <a:schemeClr val="bg1">
                <a:lumMod val="50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23B8919A-B181-4FF9-8B12-3FD6C324145F}"/>
              </a:ext>
            </a:extLst>
          </p:cNvPr>
          <p:cNvSpPr txBox="1"/>
          <p:nvPr/>
        </p:nvSpPr>
        <p:spPr>
          <a:xfrm>
            <a:off x="7766738" y="1371435"/>
            <a:ext cx="906379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200" dirty="0">
                <a:latin typeface="+mn-lt"/>
              </a:rPr>
              <a:t>Traffic (k)</a:t>
            </a:r>
          </a:p>
          <a:p>
            <a:pPr algn="l">
              <a:lnSpc>
                <a:spcPct val="90000"/>
              </a:lnSpc>
            </a:pPr>
            <a:r>
              <a:rPr lang="en-US" sz="1200" dirty="0"/>
              <a:t>Ego (k)</a:t>
            </a:r>
            <a:endParaRPr lang="en-US" sz="1200" dirty="0">
              <a:latin typeface="+mn-lt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C5AD48F-2A52-4B16-AFCD-81BEEC7AEFAF}"/>
              </a:ext>
            </a:extLst>
          </p:cNvPr>
          <p:cNvSpPr txBox="1"/>
          <p:nvPr/>
        </p:nvSpPr>
        <p:spPr>
          <a:xfrm>
            <a:off x="8976747" y="1780024"/>
            <a:ext cx="906379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200" dirty="0">
                <a:latin typeface="+mn-lt"/>
              </a:rPr>
              <a:t>Traffic (k)</a:t>
            </a:r>
          </a:p>
          <a:p>
            <a:pPr>
              <a:lnSpc>
                <a:spcPct val="90000"/>
              </a:lnSpc>
            </a:pPr>
            <a:r>
              <a:rPr lang="en-US" sz="1200" dirty="0"/>
              <a:t>Ego (k)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27AE2E5-6570-4B2F-B354-2A812AC9632C}"/>
              </a:ext>
            </a:extLst>
          </p:cNvPr>
          <p:cNvSpPr txBox="1"/>
          <p:nvPr/>
        </p:nvSpPr>
        <p:spPr>
          <a:xfrm>
            <a:off x="7802836" y="3868033"/>
            <a:ext cx="1407671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Traffic (k)</a:t>
            </a:r>
          </a:p>
          <a:p>
            <a:pPr>
              <a:lnSpc>
                <a:spcPct val="90000"/>
              </a:lnSpc>
            </a:pPr>
            <a:r>
              <a:rPr lang="en-US" sz="1200" dirty="0"/>
              <a:t>Ego </a:t>
            </a:r>
            <a:r>
              <a:rPr lang="en-US" sz="1200" dirty="0" err="1"/>
              <a:t>Cmd</a:t>
            </a:r>
            <a:r>
              <a:rPr lang="en-US" sz="1200" dirty="0"/>
              <a:t> (k+1)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B7EAF6-047D-44FC-8929-F52F71FB81A2}"/>
              </a:ext>
            </a:extLst>
          </p:cNvPr>
          <p:cNvSpPr txBox="1"/>
          <p:nvPr/>
        </p:nvSpPr>
        <p:spPr>
          <a:xfrm>
            <a:off x="5935972" y="3951133"/>
            <a:ext cx="1407671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Ego (k+1)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1E03057A-84ED-41E8-9B91-67C3A9E8A42C}"/>
              </a:ext>
            </a:extLst>
          </p:cNvPr>
          <p:cNvSpPr/>
          <p:nvPr/>
        </p:nvSpPr>
        <p:spPr>
          <a:xfrm>
            <a:off x="4843065" y="2307938"/>
            <a:ext cx="1457450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Ego (k+1)</a:t>
            </a:r>
          </a:p>
          <a:p>
            <a:pPr>
              <a:lnSpc>
                <a:spcPct val="90000"/>
              </a:lnSpc>
            </a:pPr>
            <a:r>
              <a:rPr lang="en-US" sz="1200" dirty="0"/>
              <a:t>Traffic </a:t>
            </a:r>
            <a:r>
              <a:rPr lang="en-US" sz="1200" dirty="0" err="1"/>
              <a:t>Cmd</a:t>
            </a:r>
            <a:r>
              <a:rPr lang="en-US" sz="1200" dirty="0"/>
              <a:t> (k+1)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A24B0C22-A309-42B4-82A2-0AFD23DD2A92}"/>
              </a:ext>
            </a:extLst>
          </p:cNvPr>
          <p:cNvCxnSpPr>
            <a:cxnSpLocks/>
          </p:cNvCxnSpPr>
          <p:nvPr/>
        </p:nvCxnSpPr>
        <p:spPr>
          <a:xfrm>
            <a:off x="6892445" y="1293274"/>
            <a:ext cx="2" cy="641684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9BC70ED2-03D4-4FAE-947B-B64703358873}"/>
              </a:ext>
            </a:extLst>
          </p:cNvPr>
          <p:cNvSpPr txBox="1"/>
          <p:nvPr/>
        </p:nvSpPr>
        <p:spPr>
          <a:xfrm>
            <a:off x="5467079" y="1329562"/>
            <a:ext cx="145745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Ego (k+1)</a:t>
            </a:r>
          </a:p>
          <a:p>
            <a:pPr>
              <a:lnSpc>
                <a:spcPct val="90000"/>
              </a:lnSpc>
            </a:pPr>
            <a:r>
              <a:rPr lang="en-US" sz="1200" dirty="0"/>
              <a:t>Traffic </a:t>
            </a:r>
            <a:r>
              <a:rPr lang="en-US" sz="1200" dirty="0" err="1"/>
              <a:t>Cmd</a:t>
            </a:r>
            <a:r>
              <a:rPr lang="en-US" sz="1200" dirty="0"/>
              <a:t> (k+1)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0B2EFE33-8D8D-4F02-B525-33AE6BC801A9}"/>
              </a:ext>
            </a:extLst>
          </p:cNvPr>
          <p:cNvCxnSpPr>
            <a:cxnSpLocks/>
          </p:cNvCxnSpPr>
          <p:nvPr/>
        </p:nvCxnSpPr>
        <p:spPr>
          <a:xfrm flipH="1">
            <a:off x="7343643" y="2521803"/>
            <a:ext cx="1" cy="689811"/>
          </a:xfrm>
          <a:prstGeom prst="straightConnector1">
            <a:avLst/>
          </a:prstGeom>
          <a:ln w="28575">
            <a:solidFill>
              <a:schemeClr val="bg2">
                <a:lumMod val="95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E10DC75D-EEAC-4238-BDF9-DF5318ABB9EB}"/>
              </a:ext>
            </a:extLst>
          </p:cNvPr>
          <p:cNvSpPr/>
          <p:nvPr/>
        </p:nvSpPr>
        <p:spPr>
          <a:xfrm>
            <a:off x="7343642" y="2652844"/>
            <a:ext cx="970137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>
                <a:solidFill>
                  <a:schemeClr val="bg2">
                    <a:lumMod val="95000"/>
                  </a:schemeClr>
                </a:solidFill>
              </a:rPr>
              <a:t>Request </a:t>
            </a:r>
          </a:p>
          <a:p>
            <a:pPr>
              <a:lnSpc>
                <a:spcPct val="90000"/>
              </a:lnSpc>
            </a:pPr>
            <a:r>
              <a:rPr lang="en-US" sz="1200" dirty="0" err="1">
                <a:solidFill>
                  <a:schemeClr val="bg2">
                    <a:lumMod val="95000"/>
                  </a:schemeClr>
                </a:solidFill>
              </a:rPr>
              <a:t>Cmd</a:t>
            </a:r>
            <a:r>
              <a:rPr lang="en-US" sz="1200" dirty="0">
                <a:solidFill>
                  <a:schemeClr val="bg2">
                    <a:lumMod val="95000"/>
                  </a:schemeClr>
                </a:solidFill>
              </a:rPr>
              <a:t> (k+1)</a:t>
            </a:r>
          </a:p>
        </p:txBody>
      </p: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01DE39D3-1B99-43BE-BEF8-203ABB72610A}"/>
              </a:ext>
            </a:extLst>
          </p:cNvPr>
          <p:cNvCxnSpPr>
            <a:cxnSpLocks/>
            <a:stCxn id="53" idx="3"/>
            <a:endCxn id="49" idx="0"/>
          </p:cNvCxnSpPr>
          <p:nvPr/>
        </p:nvCxnSpPr>
        <p:spPr>
          <a:xfrm>
            <a:off x="8211909" y="2223525"/>
            <a:ext cx="2700275" cy="509145"/>
          </a:xfrm>
          <a:prstGeom prst="bentConnector2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or: Curved 77">
            <a:extLst>
              <a:ext uri="{FF2B5EF4-FFF2-40B4-BE49-F238E27FC236}">
                <a16:creationId xmlns:a16="http://schemas.microsoft.com/office/drawing/2014/main" id="{E52BCC0F-05FC-437F-9DD4-83BD48DB5E10}"/>
              </a:ext>
            </a:extLst>
          </p:cNvPr>
          <p:cNvCxnSpPr>
            <a:cxnSpLocks/>
            <a:stCxn id="49" idx="1"/>
            <a:endCxn id="55" idx="3"/>
          </p:cNvCxnSpPr>
          <p:nvPr/>
        </p:nvCxnSpPr>
        <p:spPr>
          <a:xfrm rot="10800000" flipV="1">
            <a:off x="8211908" y="3029448"/>
            <a:ext cx="1607420" cy="477445"/>
          </a:xfrm>
          <a:prstGeom prst="curvedConnector3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3769D45E-5A48-4FB4-ABD4-EE9E8D8382F3}"/>
              </a:ext>
            </a:extLst>
          </p:cNvPr>
          <p:cNvSpPr txBox="1"/>
          <p:nvPr/>
        </p:nvSpPr>
        <p:spPr>
          <a:xfrm>
            <a:off x="9129934" y="2552484"/>
            <a:ext cx="1415316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200" dirty="0">
                <a:latin typeface="+mn-lt"/>
              </a:rPr>
              <a:t>Traffic Received at (k)</a:t>
            </a:r>
            <a:endParaRPr lang="en-US" sz="12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CCF0684-51B9-4464-A7EF-B7EEB8CE223A}"/>
              </a:ext>
            </a:extLst>
          </p:cNvPr>
          <p:cNvSpPr txBox="1"/>
          <p:nvPr/>
        </p:nvSpPr>
        <p:spPr>
          <a:xfrm>
            <a:off x="9107340" y="3316733"/>
            <a:ext cx="1325083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200" dirty="0">
                <a:latin typeface="+mn-lt"/>
              </a:rPr>
              <a:t>event based</a:t>
            </a:r>
            <a:endParaRPr lang="en-US" sz="1200" dirty="0"/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7F9C9AC4-CCB6-4B90-8D38-7B8159F6B4EC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2946885" y="5151209"/>
            <a:ext cx="0" cy="421679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9B10DBB7-F2DD-4A48-B65B-3AA2B280B5E6}"/>
              </a:ext>
            </a:extLst>
          </p:cNvPr>
          <p:cNvCxnSpPr>
            <a:cxnSpLocks/>
            <a:stCxn id="57" idx="2"/>
            <a:endCxn id="58" idx="0"/>
          </p:cNvCxnSpPr>
          <p:nvPr/>
        </p:nvCxnSpPr>
        <p:spPr>
          <a:xfrm>
            <a:off x="7377719" y="5151209"/>
            <a:ext cx="0" cy="413467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ctangle 94">
            <a:extLst>
              <a:ext uri="{FF2B5EF4-FFF2-40B4-BE49-F238E27FC236}">
                <a16:creationId xmlns:a16="http://schemas.microsoft.com/office/drawing/2014/main" id="{F9DA05CA-EF38-455C-BBD6-704823CBAA53}"/>
              </a:ext>
            </a:extLst>
          </p:cNvPr>
          <p:cNvSpPr/>
          <p:nvPr/>
        </p:nvSpPr>
        <p:spPr>
          <a:xfrm>
            <a:off x="6872417" y="2214333"/>
            <a:ext cx="1022662" cy="264884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.</a:t>
            </a:r>
            <a:r>
              <a:rPr lang="en-US" sz="1400" dirty="0">
                <a:solidFill>
                  <a:schemeClr val="tx1"/>
                </a:solidFill>
              </a:rPr>
              <a:t>config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4FF34D8-8276-418E-B6E5-C90CFEBA3942}"/>
              </a:ext>
            </a:extLst>
          </p:cNvPr>
          <p:cNvSpPr txBox="1"/>
          <p:nvPr/>
        </p:nvSpPr>
        <p:spPr>
          <a:xfrm>
            <a:off x="2031633" y="211080"/>
            <a:ext cx="18966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b="1" dirty="0">
                <a:latin typeface="+mn-lt"/>
              </a:rPr>
              <a:t>Basic Structure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3C6FA09-DBBF-48A9-872F-27E5D8E311DD}"/>
              </a:ext>
            </a:extLst>
          </p:cNvPr>
          <p:cNvSpPr txBox="1"/>
          <p:nvPr/>
        </p:nvSpPr>
        <p:spPr>
          <a:xfrm>
            <a:off x="7071274" y="235719"/>
            <a:ext cx="2594093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b="1" dirty="0">
                <a:latin typeface="+mn-lt"/>
              </a:rPr>
              <a:t>With Communication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A9653BAE-7B20-408E-96BD-69E2BD59C27E}"/>
              </a:ext>
            </a:extLst>
          </p:cNvPr>
          <p:cNvSpPr/>
          <p:nvPr/>
        </p:nvSpPr>
        <p:spPr>
          <a:xfrm>
            <a:off x="2089460" y="1903996"/>
            <a:ext cx="1684421" cy="593558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Manager</a:t>
            </a:r>
          </a:p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8DB225FB-D56E-4075-9289-A4BC721E4806}"/>
              </a:ext>
            </a:extLst>
          </p:cNvPr>
          <p:cNvSpPr/>
          <p:nvPr/>
        </p:nvSpPr>
        <p:spPr>
          <a:xfrm>
            <a:off x="2434389" y="2191583"/>
            <a:ext cx="1022662" cy="264884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.</a:t>
            </a:r>
            <a:r>
              <a:rPr lang="en-US" sz="1400" dirty="0">
                <a:solidFill>
                  <a:schemeClr val="tx1"/>
                </a:solidFill>
              </a:rPr>
              <a:t>config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5D58CF83-C2DB-4410-B6AF-4F94D7F3973D}"/>
              </a:ext>
            </a:extLst>
          </p:cNvPr>
          <p:cNvSpPr/>
          <p:nvPr/>
        </p:nvSpPr>
        <p:spPr>
          <a:xfrm>
            <a:off x="4141998" y="1417959"/>
            <a:ext cx="294462" cy="294462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41A88221-95B8-4427-BE14-B51B76A4F292}"/>
              </a:ext>
            </a:extLst>
          </p:cNvPr>
          <p:cNvSpPr/>
          <p:nvPr/>
        </p:nvSpPr>
        <p:spPr>
          <a:xfrm>
            <a:off x="3763624" y="2678182"/>
            <a:ext cx="294462" cy="294462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4C6EC76E-8BCB-4C65-BD71-2237F0EA2327}"/>
              </a:ext>
            </a:extLst>
          </p:cNvPr>
          <p:cNvSpPr/>
          <p:nvPr/>
        </p:nvSpPr>
        <p:spPr>
          <a:xfrm>
            <a:off x="4627556" y="3888930"/>
            <a:ext cx="294462" cy="294462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79F3E7A8-40A9-4516-B85B-60CEB7DB4AA9}"/>
              </a:ext>
            </a:extLst>
          </p:cNvPr>
          <p:cNvSpPr/>
          <p:nvPr/>
        </p:nvSpPr>
        <p:spPr>
          <a:xfrm>
            <a:off x="2540193" y="3933168"/>
            <a:ext cx="294462" cy="294462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5EF217FE-36F6-44F3-A149-11A74A7DC230}"/>
              </a:ext>
            </a:extLst>
          </p:cNvPr>
          <p:cNvSpPr/>
          <p:nvPr/>
        </p:nvSpPr>
        <p:spPr>
          <a:xfrm>
            <a:off x="1247548" y="2729128"/>
            <a:ext cx="294462" cy="294462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35CAD29A-B578-432B-98DF-0ECA71BE466F}"/>
              </a:ext>
            </a:extLst>
          </p:cNvPr>
          <p:cNvSpPr/>
          <p:nvPr/>
        </p:nvSpPr>
        <p:spPr>
          <a:xfrm>
            <a:off x="709701" y="1394697"/>
            <a:ext cx="294462" cy="294462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C1249D67-9492-4400-AEE5-69531E582DC9}"/>
              </a:ext>
            </a:extLst>
          </p:cNvPr>
          <p:cNvSpPr/>
          <p:nvPr/>
        </p:nvSpPr>
        <p:spPr>
          <a:xfrm>
            <a:off x="8673115" y="1394697"/>
            <a:ext cx="294462" cy="294462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E7CC5D98-D08D-4A4C-8388-F0DC99885A55}"/>
              </a:ext>
            </a:extLst>
          </p:cNvPr>
          <p:cNvSpPr/>
          <p:nvPr/>
        </p:nvSpPr>
        <p:spPr>
          <a:xfrm>
            <a:off x="6968925" y="2660250"/>
            <a:ext cx="294462" cy="294462"/>
          </a:xfrm>
          <a:prstGeom prst="ellipse">
            <a:avLst/>
          </a:prstGeom>
          <a:ln>
            <a:solidFill>
              <a:schemeClr val="bg2">
                <a:lumMod val="9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bg2">
                    <a:lumMod val="95000"/>
                  </a:schemeClr>
                </a:solidFill>
              </a:rPr>
              <a:t>2</a:t>
            </a: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8E522563-675A-4144-AF63-8CF18A8E32EE}"/>
              </a:ext>
            </a:extLst>
          </p:cNvPr>
          <p:cNvSpPr/>
          <p:nvPr/>
        </p:nvSpPr>
        <p:spPr>
          <a:xfrm>
            <a:off x="9955309" y="1862615"/>
            <a:ext cx="294462" cy="294462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030AA68F-83BF-4287-A0B3-8161C2C420BD}"/>
              </a:ext>
            </a:extLst>
          </p:cNvPr>
          <p:cNvSpPr/>
          <p:nvPr/>
        </p:nvSpPr>
        <p:spPr>
          <a:xfrm>
            <a:off x="7472276" y="3888930"/>
            <a:ext cx="294462" cy="294462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BEC31466-3798-420B-B3A0-0B4985F13AAB}"/>
              </a:ext>
            </a:extLst>
          </p:cNvPr>
          <p:cNvSpPr/>
          <p:nvPr/>
        </p:nvSpPr>
        <p:spPr>
          <a:xfrm>
            <a:off x="6091681" y="4153746"/>
            <a:ext cx="294462" cy="294462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21CD1000-0E84-43D8-9B29-75D75ECB23F2}"/>
              </a:ext>
            </a:extLst>
          </p:cNvPr>
          <p:cNvSpPr/>
          <p:nvPr/>
        </p:nvSpPr>
        <p:spPr>
          <a:xfrm>
            <a:off x="5439890" y="2711185"/>
            <a:ext cx="294462" cy="294462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BBDD123F-22DE-4074-AF63-D6B1BE864CCE}"/>
              </a:ext>
            </a:extLst>
          </p:cNvPr>
          <p:cNvSpPr/>
          <p:nvPr/>
        </p:nvSpPr>
        <p:spPr>
          <a:xfrm>
            <a:off x="5850002" y="1035100"/>
            <a:ext cx="294462" cy="294462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24D6AD-EFB5-4D2B-A770-340B1955B52F}"/>
              </a:ext>
            </a:extLst>
          </p:cNvPr>
          <p:cNvSpPr/>
          <p:nvPr/>
        </p:nvSpPr>
        <p:spPr>
          <a:xfrm>
            <a:off x="890337" y="3116333"/>
            <a:ext cx="4355431" cy="2105372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dash"/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1EE8686-9142-4578-82B7-3DEAB4B13FA2}"/>
              </a:ext>
            </a:extLst>
          </p:cNvPr>
          <p:cNvSpPr/>
          <p:nvPr/>
        </p:nvSpPr>
        <p:spPr>
          <a:xfrm>
            <a:off x="5719732" y="3094658"/>
            <a:ext cx="3389626" cy="2105372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dash"/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E04040EE-D71A-4ECC-8CC5-D6C11BEE554B}"/>
              </a:ext>
            </a:extLst>
          </p:cNvPr>
          <p:cNvSpPr/>
          <p:nvPr/>
        </p:nvSpPr>
        <p:spPr>
          <a:xfrm>
            <a:off x="8506671" y="5407280"/>
            <a:ext cx="353218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CAV controller within vehicle, i.e. in Simulink</a:t>
            </a:r>
          </a:p>
        </p:txBody>
      </p:sp>
    </p:spTree>
    <p:extLst>
      <p:ext uri="{BB962C8B-B14F-4D97-AF65-F5344CB8AC3E}">
        <p14:creationId xmlns:p14="http://schemas.microsoft.com/office/powerpoint/2010/main" val="990534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FA391-4825-485B-A266-434E147CF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10111-A66E-4378-B71F-4450259E9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191" y="1064186"/>
            <a:ext cx="11157864" cy="4650814"/>
          </a:xfrm>
        </p:spPr>
        <p:txBody>
          <a:bodyPr/>
          <a:lstStyle/>
          <a:p>
            <a:r>
              <a:rPr lang="en-US" sz="2000" b="0" dirty="0"/>
              <a:t>Define a way to define information we extracted from SUMO, depends on application ROI</a:t>
            </a:r>
          </a:p>
          <a:p>
            <a:pPr lvl="1"/>
            <a:r>
              <a:rPr lang="en-US" sz="1400" dirty="0"/>
              <a:t>r</a:t>
            </a:r>
            <a:r>
              <a:rPr lang="en-US" sz="1400" b="0" dirty="0"/>
              <a:t>egion of interest around a ego vehicle</a:t>
            </a:r>
          </a:p>
          <a:p>
            <a:pPr lvl="1"/>
            <a:r>
              <a:rPr lang="en-US" sz="1400" dirty="0"/>
              <a:t>particular parts of a road, i.e. for centralized controller</a:t>
            </a:r>
          </a:p>
          <a:p>
            <a:pPr lvl="1"/>
            <a:r>
              <a:rPr lang="en-US" sz="1400" b="0" dirty="0"/>
              <a:t>around traffic light</a:t>
            </a:r>
          </a:p>
          <a:p>
            <a:r>
              <a:rPr lang="en-US" sz="2000" b="0" dirty="0"/>
              <a:t>Can be based on subscription of SUMO data, essentially specify </a:t>
            </a:r>
            <a:r>
              <a:rPr lang="en-US" sz="2000" b="0" dirty="0" err="1"/>
              <a:t>objID</a:t>
            </a:r>
            <a:r>
              <a:rPr lang="en-US" sz="2000" b="0" dirty="0"/>
              <a:t>, domain, </a:t>
            </a:r>
          </a:p>
          <a:p>
            <a:r>
              <a:rPr lang="en-US" sz="2000" b="0" dirty="0"/>
              <a:t>Define message sets</a:t>
            </a:r>
          </a:p>
          <a:p>
            <a:pPr lvl="1"/>
            <a:r>
              <a:rPr lang="en-US" sz="1400" dirty="0"/>
              <a:t>traffic, i.e. vehicle information</a:t>
            </a:r>
          </a:p>
          <a:p>
            <a:pPr lvl="1"/>
            <a:r>
              <a:rPr lang="en-US" sz="1400" b="0" dirty="0"/>
              <a:t>signal lights, phase and timing, detectors</a:t>
            </a:r>
          </a:p>
          <a:p>
            <a:r>
              <a:rPr lang="en-US" sz="2000" b="0" dirty="0"/>
              <a:t>Need to assign unique id for different message sets</a:t>
            </a:r>
          </a:p>
          <a:p>
            <a:r>
              <a:rPr lang="en-US" sz="2000" b="0" dirty="0"/>
              <a:t>Potential components: traffic, control/application, virtual environment/vehicle, HIL, communication, sensor, signal controller. What else?</a:t>
            </a:r>
          </a:p>
          <a:p>
            <a:r>
              <a:rPr lang="en-US" sz="2000" b="0" dirty="0"/>
              <a:t>Design everything is SUMO, then adapt VISSIM message structure as SUMO.</a:t>
            </a:r>
          </a:p>
          <a:p>
            <a:endParaRPr lang="en-US" sz="2000" b="0" dirty="0"/>
          </a:p>
          <a:p>
            <a:endParaRPr lang="en-US" sz="2000" b="0" dirty="0"/>
          </a:p>
        </p:txBody>
      </p:sp>
    </p:spTree>
    <p:extLst>
      <p:ext uri="{BB962C8B-B14F-4D97-AF65-F5344CB8AC3E}">
        <p14:creationId xmlns:p14="http://schemas.microsoft.com/office/powerpoint/2010/main" val="3743508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FA391-4825-485B-A266-434E147CF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included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10111-A66E-4378-B71F-4450259E9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191" y="1064186"/>
            <a:ext cx="11157864" cy="4650814"/>
          </a:xfrm>
        </p:spPr>
        <p:txBody>
          <a:bodyPr/>
          <a:lstStyle/>
          <a:p>
            <a:r>
              <a:rPr lang="en-US" sz="2000" b="0" dirty="0"/>
              <a:t>Signal controller in the loop (SCIP) is within the scope. Basically, needs to define ROI, i.e. intersections, and message set of phase and timing and detectors.</a:t>
            </a:r>
          </a:p>
          <a:p>
            <a:r>
              <a:rPr lang="en-US" sz="2000" b="0" dirty="0"/>
              <a:t>Naturally, it supports multiple clients/vehicles, so has potential for larger scale</a:t>
            </a:r>
          </a:p>
          <a:p>
            <a:r>
              <a:rPr lang="en-US" sz="2000" b="0" dirty="0"/>
              <a:t>With this setup, CAV controller can be in different languages with appropriate: a) TCP/IP interface b) parser for messages. </a:t>
            </a:r>
          </a:p>
          <a:p>
            <a:r>
              <a:rPr lang="en-US" sz="2000" b="0" dirty="0"/>
              <a:t>Thus, possibly avoid the need to convert VISSIM COM to .</a:t>
            </a:r>
            <a:r>
              <a:rPr lang="en-US" sz="2000" b="0" dirty="0" err="1"/>
              <a:t>dll</a:t>
            </a:r>
            <a:r>
              <a:rPr lang="en-US" sz="2000" b="0" dirty="0"/>
              <a:t>. </a:t>
            </a:r>
          </a:p>
          <a:p>
            <a:endParaRPr lang="en-US" sz="2000" b="0" dirty="0"/>
          </a:p>
          <a:p>
            <a:endParaRPr lang="en-US" sz="2000" b="0" dirty="0"/>
          </a:p>
          <a:p>
            <a:endParaRPr lang="en-US" sz="2000" b="0" dirty="0"/>
          </a:p>
        </p:txBody>
      </p:sp>
    </p:spTree>
    <p:extLst>
      <p:ext uri="{BB962C8B-B14F-4D97-AF65-F5344CB8AC3E}">
        <p14:creationId xmlns:p14="http://schemas.microsoft.com/office/powerpoint/2010/main" val="3177357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7ED745E-FEEA-4773-B28A-46C44B0EA257}"/>
              </a:ext>
            </a:extLst>
          </p:cNvPr>
          <p:cNvSpPr/>
          <p:nvPr/>
        </p:nvSpPr>
        <p:spPr>
          <a:xfrm>
            <a:off x="1924732" y="2082583"/>
            <a:ext cx="2125894" cy="593558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Manager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707403-DC48-4DFF-8BA0-658FF25670E7}"/>
              </a:ext>
            </a:extLst>
          </p:cNvPr>
          <p:cNvSpPr/>
          <p:nvPr/>
        </p:nvSpPr>
        <p:spPr>
          <a:xfrm>
            <a:off x="2127228" y="847341"/>
            <a:ext cx="1684421" cy="593558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Traffic Simulator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43EC9F-BAFA-46DC-99C6-3955CC625621}"/>
              </a:ext>
            </a:extLst>
          </p:cNvPr>
          <p:cNvSpPr/>
          <p:nvPr/>
        </p:nvSpPr>
        <p:spPr>
          <a:xfrm>
            <a:off x="835153" y="3479175"/>
            <a:ext cx="1684421" cy="593558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CAV Controller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6DB2E5C-7257-4965-A20B-FC639DD0A0DE}"/>
              </a:ext>
            </a:extLst>
          </p:cNvPr>
          <p:cNvCxnSpPr>
            <a:cxnSpLocks/>
          </p:cNvCxnSpPr>
          <p:nvPr/>
        </p:nvCxnSpPr>
        <p:spPr>
          <a:xfrm>
            <a:off x="3366481" y="1440899"/>
            <a:ext cx="2" cy="641684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BE87F959-D43C-4E9D-9077-F4E5E62CC423}"/>
              </a:ext>
            </a:extLst>
          </p:cNvPr>
          <p:cNvSpPr/>
          <p:nvPr/>
        </p:nvSpPr>
        <p:spPr>
          <a:xfrm>
            <a:off x="3696558" y="3492087"/>
            <a:ext cx="1860886" cy="794084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Virtual Environment/Vehicle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7102EF3-092B-40B4-B089-A79434F997BE}"/>
              </a:ext>
            </a:extLst>
          </p:cNvPr>
          <p:cNvCxnSpPr>
            <a:cxnSpLocks/>
          </p:cNvCxnSpPr>
          <p:nvPr/>
        </p:nvCxnSpPr>
        <p:spPr>
          <a:xfrm flipH="1">
            <a:off x="1894845" y="2689637"/>
            <a:ext cx="441479" cy="809198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AE63A42-AD3E-4BFF-970E-7FE9D8DBD1B4}"/>
              </a:ext>
            </a:extLst>
          </p:cNvPr>
          <p:cNvCxnSpPr>
            <a:cxnSpLocks/>
          </p:cNvCxnSpPr>
          <p:nvPr/>
        </p:nvCxnSpPr>
        <p:spPr>
          <a:xfrm flipH="1">
            <a:off x="2519574" y="3805990"/>
            <a:ext cx="1176984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A2AFBA1-5C28-4204-B037-0D9CF51FDD09}"/>
              </a:ext>
            </a:extLst>
          </p:cNvPr>
          <p:cNvSpPr txBox="1"/>
          <p:nvPr/>
        </p:nvSpPr>
        <p:spPr>
          <a:xfrm>
            <a:off x="3366480" y="1527272"/>
            <a:ext cx="906379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200" dirty="0">
                <a:latin typeface="+mn-lt"/>
              </a:rPr>
              <a:t>Traffic (k)</a:t>
            </a:r>
          </a:p>
          <a:p>
            <a:pPr algn="l">
              <a:lnSpc>
                <a:spcPct val="90000"/>
              </a:lnSpc>
            </a:pPr>
            <a:r>
              <a:rPr lang="en-US" sz="1200" dirty="0"/>
              <a:t>Ego (k)</a:t>
            </a:r>
            <a:endParaRPr lang="en-US" sz="1200" dirty="0">
              <a:latin typeface="+mn-l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D169FE-08B6-4BA2-B5F3-ACECB011F3F2}"/>
              </a:ext>
            </a:extLst>
          </p:cNvPr>
          <p:cNvSpPr txBox="1"/>
          <p:nvPr/>
        </p:nvSpPr>
        <p:spPr>
          <a:xfrm>
            <a:off x="2229070" y="2828730"/>
            <a:ext cx="906379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200" dirty="0">
                <a:latin typeface="+mn-lt"/>
              </a:rPr>
              <a:t>Traffic (k)</a:t>
            </a:r>
          </a:p>
          <a:p>
            <a:pPr>
              <a:lnSpc>
                <a:spcPct val="90000"/>
              </a:lnSpc>
            </a:pPr>
            <a:r>
              <a:rPr lang="en-US" sz="1200" dirty="0"/>
              <a:t>Ego (k)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025BA32-9963-40F2-9647-B9853021D132}"/>
              </a:ext>
            </a:extLst>
          </p:cNvPr>
          <p:cNvSpPr txBox="1"/>
          <p:nvPr/>
        </p:nvSpPr>
        <p:spPr>
          <a:xfrm>
            <a:off x="2464610" y="3504705"/>
            <a:ext cx="1407671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Ego </a:t>
            </a:r>
            <a:r>
              <a:rPr lang="en-US" sz="1200" dirty="0" err="1"/>
              <a:t>Cmd</a:t>
            </a:r>
            <a:r>
              <a:rPr lang="en-US" sz="1200" dirty="0"/>
              <a:t> (k+1)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738E263-6883-48E3-9526-6DD999166316}"/>
              </a:ext>
            </a:extLst>
          </p:cNvPr>
          <p:cNvSpPr txBox="1"/>
          <p:nvPr/>
        </p:nvSpPr>
        <p:spPr>
          <a:xfrm>
            <a:off x="4333241" y="2832330"/>
            <a:ext cx="905146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Ego (k+1)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509D6D1-C985-4EFC-9943-D335330BB2E8}"/>
              </a:ext>
            </a:extLst>
          </p:cNvPr>
          <p:cNvSpPr/>
          <p:nvPr/>
        </p:nvSpPr>
        <p:spPr>
          <a:xfrm>
            <a:off x="468055" y="2762515"/>
            <a:ext cx="1457450" cy="2585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Traffic </a:t>
            </a:r>
            <a:r>
              <a:rPr lang="en-US" sz="1200" dirty="0" err="1"/>
              <a:t>Cmd</a:t>
            </a:r>
            <a:r>
              <a:rPr lang="en-US" sz="1200" dirty="0"/>
              <a:t> (k+1)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DC3039F-A098-4A9E-A47C-4BADCFAF4982}"/>
              </a:ext>
            </a:extLst>
          </p:cNvPr>
          <p:cNvCxnSpPr>
            <a:cxnSpLocks/>
          </p:cNvCxnSpPr>
          <p:nvPr/>
        </p:nvCxnSpPr>
        <p:spPr>
          <a:xfrm>
            <a:off x="2492187" y="1449111"/>
            <a:ext cx="2" cy="641684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DEFDC191-675A-488D-8EF5-3652B3CA7C2C}"/>
              </a:ext>
            </a:extLst>
          </p:cNvPr>
          <p:cNvSpPr txBox="1"/>
          <p:nvPr/>
        </p:nvSpPr>
        <p:spPr>
          <a:xfrm>
            <a:off x="1066821" y="1485399"/>
            <a:ext cx="145745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Ego (k+1)</a:t>
            </a:r>
          </a:p>
          <a:p>
            <a:pPr>
              <a:lnSpc>
                <a:spcPct val="90000"/>
              </a:lnSpc>
            </a:pPr>
            <a:r>
              <a:rPr lang="en-US" sz="1200" dirty="0"/>
              <a:t>Traffic </a:t>
            </a:r>
            <a:r>
              <a:rPr lang="en-US" sz="1200" dirty="0" err="1"/>
              <a:t>Cmd</a:t>
            </a:r>
            <a:r>
              <a:rPr lang="en-US" sz="1200" dirty="0"/>
              <a:t> (k+1)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AE013D3-EE03-492F-A13C-AA7FC0F3131E}"/>
              </a:ext>
            </a:extLst>
          </p:cNvPr>
          <p:cNvCxnSpPr>
            <a:cxnSpLocks/>
          </p:cNvCxnSpPr>
          <p:nvPr/>
        </p:nvCxnSpPr>
        <p:spPr>
          <a:xfrm>
            <a:off x="3728954" y="2689637"/>
            <a:ext cx="466057" cy="809198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E37E579A-C2BC-48DB-BA2E-C56FDCFE6014}"/>
              </a:ext>
            </a:extLst>
          </p:cNvPr>
          <p:cNvSpPr txBox="1"/>
          <p:nvPr/>
        </p:nvSpPr>
        <p:spPr>
          <a:xfrm>
            <a:off x="3170626" y="2994312"/>
            <a:ext cx="906379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200" dirty="0">
                <a:latin typeface="+mn-lt"/>
              </a:rPr>
              <a:t>Traffic (k)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875B3631-C197-4ADA-83F5-F3820EDCA7B6}"/>
              </a:ext>
            </a:extLst>
          </p:cNvPr>
          <p:cNvCxnSpPr>
            <a:cxnSpLocks/>
          </p:cNvCxnSpPr>
          <p:nvPr/>
        </p:nvCxnSpPr>
        <p:spPr>
          <a:xfrm flipH="1">
            <a:off x="1597511" y="2682889"/>
            <a:ext cx="441479" cy="809198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8A1A15F2-C7F8-41A8-B018-04E1C37081A4}"/>
              </a:ext>
            </a:extLst>
          </p:cNvPr>
          <p:cNvCxnSpPr>
            <a:cxnSpLocks/>
          </p:cNvCxnSpPr>
          <p:nvPr/>
        </p:nvCxnSpPr>
        <p:spPr>
          <a:xfrm>
            <a:off x="4103580" y="2651044"/>
            <a:ext cx="466057" cy="809198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ctangle 94">
            <a:extLst>
              <a:ext uri="{FF2B5EF4-FFF2-40B4-BE49-F238E27FC236}">
                <a16:creationId xmlns:a16="http://schemas.microsoft.com/office/drawing/2014/main" id="{8D3242DF-C673-4586-B7B3-091090626596}"/>
              </a:ext>
            </a:extLst>
          </p:cNvPr>
          <p:cNvSpPr/>
          <p:nvPr/>
        </p:nvSpPr>
        <p:spPr>
          <a:xfrm>
            <a:off x="1442106" y="4592064"/>
            <a:ext cx="3331919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An alternative approach, directly send traffic to Vehicle.</a:t>
            </a:r>
          </a:p>
          <a:p>
            <a:r>
              <a:rPr lang="en-US" sz="1400" dirty="0"/>
              <a:t>-Traffic data can be updated more timely</a:t>
            </a:r>
          </a:p>
          <a:p>
            <a:r>
              <a:rPr lang="en-US" sz="1400" dirty="0"/>
              <a:t>-Might be challenging to extend to HPC application, since more connections to the Manager</a:t>
            </a:r>
          </a:p>
        </p:txBody>
      </p:sp>
    </p:spTree>
    <p:extLst>
      <p:ext uri="{BB962C8B-B14F-4D97-AF65-F5344CB8AC3E}">
        <p14:creationId xmlns:p14="http://schemas.microsoft.com/office/powerpoint/2010/main" val="2912535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41809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roup 80">
            <a:extLst>
              <a:ext uri="{FF2B5EF4-FFF2-40B4-BE49-F238E27FC236}">
                <a16:creationId xmlns:a16="http://schemas.microsoft.com/office/drawing/2014/main" id="{118D10C9-4838-635E-8FFF-C6C4C7BC1046}"/>
              </a:ext>
            </a:extLst>
          </p:cNvPr>
          <p:cNvGrpSpPr/>
          <p:nvPr/>
        </p:nvGrpSpPr>
        <p:grpSpPr>
          <a:xfrm>
            <a:off x="726831" y="773719"/>
            <a:ext cx="11238523" cy="4114800"/>
            <a:chOff x="726831" y="773719"/>
            <a:chExt cx="11238523" cy="4114800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D09EDFD4-D14C-6B48-A4A2-3C6098388010}"/>
                </a:ext>
              </a:extLst>
            </p:cNvPr>
            <p:cNvSpPr txBox="1"/>
            <p:nvPr/>
          </p:nvSpPr>
          <p:spPr>
            <a:xfrm>
              <a:off x="726831" y="773719"/>
              <a:ext cx="11238523" cy="4114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l">
                <a:lnSpc>
                  <a:spcPct val="90000"/>
                </a:lnSpc>
              </a:pPr>
              <a:endParaRPr lang="en-US" dirty="0">
                <a:latin typeface="+mn-lt"/>
              </a:endParaRPr>
            </a:p>
          </p:txBody>
        </p: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C9AAB31F-50AB-735B-6EC4-74DE70C52255}"/>
                </a:ext>
              </a:extLst>
            </p:cNvPr>
            <p:cNvGrpSpPr/>
            <p:nvPr/>
          </p:nvGrpSpPr>
          <p:grpSpPr>
            <a:xfrm>
              <a:off x="840832" y="835743"/>
              <a:ext cx="11018935" cy="4017464"/>
              <a:chOff x="840832" y="835743"/>
              <a:chExt cx="11018935" cy="4017464"/>
            </a:xfrm>
          </p:grpSpPr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DA39549B-ED20-521D-18E2-04EE8263BA26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840832" y="2208623"/>
                <a:ext cx="11018935" cy="2644584"/>
                <a:chOff x="840832" y="2536670"/>
                <a:chExt cx="11018935" cy="2644584"/>
              </a:xfrm>
            </p:grpSpPr>
            <p:cxnSp>
              <p:nvCxnSpPr>
                <p:cNvPr id="3" name="Straight Arrow Connector 2">
                  <a:extLst>
                    <a:ext uri="{FF2B5EF4-FFF2-40B4-BE49-F238E27FC236}">
                      <a16:creationId xmlns:a16="http://schemas.microsoft.com/office/drawing/2014/main" id="{84A4816F-7B11-4292-331E-752AC7182A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75108" y="3201253"/>
                  <a:ext cx="389824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miter lim="800000"/>
                  <a:tailEnd type="triangl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" name="Straight Arrow Connector 3">
                  <a:extLst>
                    <a:ext uri="{FF2B5EF4-FFF2-40B4-BE49-F238E27FC236}">
                      <a16:creationId xmlns:a16="http://schemas.microsoft.com/office/drawing/2014/main" id="{7FA95FFF-2981-3E44-6437-77464E4009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75108" y="3686631"/>
                  <a:ext cx="381733" cy="0"/>
                </a:xfrm>
                <a:prstGeom prst="straightConnector1">
                  <a:avLst/>
                </a:prstGeom>
                <a:ln w="19050">
                  <a:solidFill>
                    <a:schemeClr val="accent6"/>
                  </a:solidFill>
                  <a:miter lim="800000"/>
                  <a:headEnd type="triangle" w="med" len="lg"/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60582669-66AD-8757-F6C0-9D067DC21BB1}"/>
                    </a:ext>
                  </a:extLst>
                </p:cNvPr>
                <p:cNvSpPr/>
                <p:nvPr/>
              </p:nvSpPr>
              <p:spPr>
                <a:xfrm>
                  <a:off x="840832" y="2586270"/>
                  <a:ext cx="1834276" cy="1375599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0" tIns="91440" rIns="0" bIns="2743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</a:pPr>
                  <a:r>
                    <a:rPr lang="en-US" sz="1400" b="1" dirty="0">
                      <a:solidFill>
                        <a:schemeClr val="tx1"/>
                      </a:solidFill>
                      <a:latin typeface="Helvetica" panose="020B0604020202020204" pitchFamily="34" charset="0"/>
                    </a:rPr>
                    <a:t>Traffic Simulator</a:t>
                  </a:r>
                </a:p>
              </p:txBody>
            </p:sp>
            <p:pic>
              <p:nvPicPr>
                <p:cNvPr id="6" name="Picture 2" descr="PTV Vissim | CIVITAS">
                  <a:extLst>
                    <a:ext uri="{FF2B5EF4-FFF2-40B4-BE49-F238E27FC236}">
                      <a16:creationId xmlns:a16="http://schemas.microsoft.com/office/drawing/2014/main" id="{BDDFBAE1-484C-6757-7DE8-730E048F4E7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 cstate="hqprint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 l="4026" t="14649" r="5924" b="12350"/>
                <a:stretch/>
              </p:blipFill>
              <p:spPr bwMode="auto">
                <a:xfrm>
                  <a:off x="906713" y="3028435"/>
                  <a:ext cx="968845" cy="23058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7" name="Picture 6" descr="traffic · GitHub Topics · GitHub">
                  <a:extLst>
                    <a:ext uri="{FF2B5EF4-FFF2-40B4-BE49-F238E27FC236}">
                      <a16:creationId xmlns:a16="http://schemas.microsoft.com/office/drawing/2014/main" id="{A48D040D-C23C-156D-269D-AFE78C6E8CE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 bwMode="auto">
                <a:xfrm>
                  <a:off x="1221388" y="3533367"/>
                  <a:ext cx="1087507" cy="37650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74B4A36-9720-3324-B293-F1A85707D7B8}"/>
                    </a:ext>
                  </a:extLst>
                </p:cNvPr>
                <p:cNvSpPr txBox="1"/>
                <p:nvPr/>
              </p:nvSpPr>
              <p:spPr>
                <a:xfrm>
                  <a:off x="1647576" y="3254464"/>
                  <a:ext cx="404528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1400" dirty="0">
                      <a:latin typeface="Helvetica" panose="020B0604020202020204" pitchFamily="34" charset="0"/>
                    </a:rPr>
                    <a:t>or</a:t>
                  </a:r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4417DD6B-0BA4-3462-D30C-A9A9755883F0}"/>
                    </a:ext>
                  </a:extLst>
                </p:cNvPr>
                <p:cNvSpPr/>
                <p:nvPr/>
              </p:nvSpPr>
              <p:spPr>
                <a:xfrm>
                  <a:off x="2041761" y="3039705"/>
                  <a:ext cx="581365" cy="222143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0" tIns="274320" rIns="0" bIns="2743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</a:pPr>
                  <a:r>
                    <a:rPr lang="en-US" sz="1200" dirty="0" err="1">
                      <a:solidFill>
                        <a:schemeClr val="tx1"/>
                      </a:solidFill>
                      <a:latin typeface="Helvetica" panose="020B0604020202020204" pitchFamily="34" charset="0"/>
                    </a:rPr>
                    <a:t>dll</a:t>
                  </a:r>
                  <a:endParaRPr lang="en-US" sz="1200" dirty="0">
                    <a:solidFill>
                      <a:schemeClr val="tx1"/>
                    </a:solidFill>
                    <a:latin typeface="Helvetica" panose="020B0604020202020204" pitchFamily="34" charset="0"/>
                  </a:endParaRPr>
                </a:p>
              </p:txBody>
            </p:sp>
            <p:sp>
              <p:nvSpPr>
                <p:cNvPr id="10" name="Cross 9">
                  <a:extLst>
                    <a:ext uri="{FF2B5EF4-FFF2-40B4-BE49-F238E27FC236}">
                      <a16:creationId xmlns:a16="http://schemas.microsoft.com/office/drawing/2014/main" id="{F67B2BA1-B505-3943-2B86-FB453C4D6335}"/>
                    </a:ext>
                  </a:extLst>
                </p:cNvPr>
                <p:cNvSpPr/>
                <p:nvPr/>
              </p:nvSpPr>
              <p:spPr>
                <a:xfrm>
                  <a:off x="1893357" y="3086051"/>
                  <a:ext cx="132338" cy="138579"/>
                </a:xfrm>
                <a:prstGeom prst="plus">
                  <a:avLst>
                    <a:gd name="adj" fmla="val 34316"/>
                  </a:avLst>
                </a:prstGeom>
                <a:solidFill>
                  <a:schemeClr val="accent2">
                    <a:lumMod val="75000"/>
                  </a:schemeClr>
                </a:solidFill>
                <a:ln w="38100">
                  <a:noFill/>
                  <a:miter lim="800000"/>
                </a:ln>
                <a:effectLst/>
                <a:scene3d>
                  <a:camera prst="orthographicFront">
                    <a:rot lat="0" lon="0" rev="0"/>
                  </a:camera>
                  <a:lightRig rig="threePt" dir="t">
                    <a:rot lat="0" lon="0" rev="1200000"/>
                  </a:lightRig>
                </a:scene3d>
                <a:sp3d/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</a:pPr>
                  <a:endParaRPr lang="en-US" sz="1100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1" name="Group 10">
                  <a:extLst>
                    <a:ext uri="{FF2B5EF4-FFF2-40B4-BE49-F238E27FC236}">
                      <a16:creationId xmlns:a16="http://schemas.microsoft.com/office/drawing/2014/main" id="{DDC82F94-8FE9-62A2-5E42-6B6E27472265}"/>
                    </a:ext>
                  </a:extLst>
                </p:cNvPr>
                <p:cNvGrpSpPr/>
                <p:nvPr/>
              </p:nvGrpSpPr>
              <p:grpSpPr>
                <a:xfrm>
                  <a:off x="3571218" y="4358203"/>
                  <a:ext cx="3007736" cy="358295"/>
                  <a:chOff x="6962584" y="6403438"/>
                  <a:chExt cx="4721336" cy="562427"/>
                </a:xfrm>
              </p:grpSpPr>
              <p:sp>
                <p:nvSpPr>
                  <p:cNvPr id="60" name="Rectangle 59">
                    <a:extLst>
                      <a:ext uri="{FF2B5EF4-FFF2-40B4-BE49-F238E27FC236}">
                        <a16:creationId xmlns:a16="http://schemas.microsoft.com/office/drawing/2014/main" id="{119AA60A-A619-936F-A984-E1387F34B703}"/>
                      </a:ext>
                    </a:extLst>
                  </p:cNvPr>
                  <p:cNvSpPr/>
                  <p:nvPr/>
                </p:nvSpPr>
                <p:spPr>
                  <a:xfrm>
                    <a:off x="6962584" y="6403438"/>
                    <a:ext cx="4721336" cy="562427"/>
                  </a:xfrm>
                  <a:prstGeom prst="rect">
                    <a:avLst/>
                  </a:prstGeom>
                  <a:solidFill>
                    <a:schemeClr val="accent2">
                      <a:lumMod val="40000"/>
                      <a:lumOff val="60000"/>
                    </a:schemeClr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3"/>
                  </a:lnRef>
                  <a:fillRef idx="1">
                    <a:schemeClr val="lt1"/>
                  </a:fillRef>
                  <a:effectRef idx="0">
                    <a:schemeClr val="accent3"/>
                  </a:effectRef>
                  <a:fontRef idx="minor">
                    <a:schemeClr val="dk1"/>
                  </a:fontRef>
                </p:style>
                <p:txBody>
                  <a:bodyPr rot="0" spcFirstLastPara="0" vertOverflow="overflow" horzOverflow="overflow" vert="horz" wrap="square" lIns="0" tIns="274320" rIns="0" bIns="2743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90000"/>
                      </a:lnSpc>
                    </a:pPr>
                    <a:r>
                      <a:rPr lang="en-US" sz="1400" dirty="0" err="1">
                        <a:solidFill>
                          <a:schemeClr val="tx1"/>
                        </a:solidFill>
                        <a:latin typeface="Helvetica" panose="020B0604020202020204" pitchFamily="34" charset="0"/>
                      </a:rPr>
                      <a:t>config.yaml</a:t>
                    </a:r>
                    <a:endParaRPr lang="en-US" sz="1400" dirty="0">
                      <a:solidFill>
                        <a:schemeClr val="tx1"/>
                      </a:solidFill>
                      <a:latin typeface="Helvetica" panose="020B0604020202020204" pitchFamily="34" charset="0"/>
                    </a:endParaRPr>
                  </a:p>
                </p:txBody>
              </p:sp>
              <p:pic>
                <p:nvPicPr>
                  <p:cNvPr id="61" name="Picture 2" descr="Yaml file document icon Royalty Free Vector Image">
                    <a:extLst>
                      <a:ext uri="{FF2B5EF4-FFF2-40B4-BE49-F238E27FC236}">
                        <a16:creationId xmlns:a16="http://schemas.microsoft.com/office/drawing/2014/main" id="{80959099-505D-76FF-03D5-056156A5C7FA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15775" t="11417" r="15940" b="19075"/>
                  <a:stretch/>
                </p:blipFill>
                <p:spPr bwMode="auto">
                  <a:xfrm>
                    <a:off x="11089057" y="6449102"/>
                    <a:ext cx="428526" cy="471097"/>
                  </a:xfrm>
                  <a:prstGeom prst="rect">
                    <a:avLst/>
                  </a:prstGeom>
                  <a:solidFill>
                    <a:schemeClr val="accent2">
                      <a:lumMod val="40000"/>
                      <a:lumOff val="60000"/>
                    </a:schemeClr>
                  </a:solidFill>
                  <a:ln w="19050">
                    <a:solidFill>
                      <a:schemeClr val="tx1"/>
                    </a:solidFill>
                  </a:ln>
                </p:spPr>
              </p:pic>
            </p:grpSp>
            <p:cxnSp>
              <p:nvCxnSpPr>
                <p:cNvPr id="12" name="Straight Arrow Connector 11">
                  <a:extLst>
                    <a:ext uri="{FF2B5EF4-FFF2-40B4-BE49-F238E27FC236}">
                      <a16:creationId xmlns:a16="http://schemas.microsoft.com/office/drawing/2014/main" id="{0DDC1449-F4A1-53C1-EC05-F090833C535E}"/>
                    </a:ext>
                  </a:extLst>
                </p:cNvPr>
                <p:cNvCxnSpPr>
                  <a:cxnSpLocks/>
                  <a:stCxn id="54" idx="2"/>
                </p:cNvCxnSpPr>
                <p:nvPr/>
              </p:nvCxnSpPr>
              <p:spPr>
                <a:xfrm flipH="1">
                  <a:off x="3983317" y="3947318"/>
                  <a:ext cx="1" cy="376444"/>
                </a:xfrm>
                <a:prstGeom prst="straightConnector1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  <a:prstDash val="sysDash"/>
                  <a:miter lim="800000"/>
                  <a:headEnd type="triangle" w="lg" len="lg"/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Arrow Connector 12">
                  <a:extLst>
                    <a:ext uri="{FF2B5EF4-FFF2-40B4-BE49-F238E27FC236}">
                      <a16:creationId xmlns:a16="http://schemas.microsoft.com/office/drawing/2014/main" id="{3748F888-3CA0-20A5-AFF2-F3C6B93C8F6E}"/>
                    </a:ext>
                  </a:extLst>
                </p:cNvPr>
                <p:cNvCxnSpPr>
                  <a:cxnSpLocks/>
                  <a:stCxn id="50" idx="2"/>
                </p:cNvCxnSpPr>
                <p:nvPr/>
              </p:nvCxnSpPr>
              <p:spPr>
                <a:xfrm>
                  <a:off x="5970053" y="3930561"/>
                  <a:ext cx="0" cy="404526"/>
                </a:xfrm>
                <a:prstGeom prst="straightConnector1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  <a:prstDash val="sysDash"/>
                  <a:miter lim="800000"/>
                  <a:headEnd type="triangle" w="lg" len="lg"/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20E30B21-F924-3227-5954-746ED8537102}"/>
                    </a:ext>
                  </a:extLst>
                </p:cNvPr>
                <p:cNvGrpSpPr/>
                <p:nvPr/>
              </p:nvGrpSpPr>
              <p:grpSpPr>
                <a:xfrm>
                  <a:off x="3063305" y="2588104"/>
                  <a:ext cx="1840025" cy="1359214"/>
                  <a:chOff x="6249552" y="3265715"/>
                  <a:chExt cx="2888343" cy="2133600"/>
                </a:xfrm>
              </p:grpSpPr>
              <p:sp>
                <p:nvSpPr>
                  <p:cNvPr id="54" name="Rectangle 53">
                    <a:extLst>
                      <a:ext uri="{FF2B5EF4-FFF2-40B4-BE49-F238E27FC236}">
                        <a16:creationId xmlns:a16="http://schemas.microsoft.com/office/drawing/2014/main" id="{984D0949-8959-53B4-C21F-47B118B9F9FB}"/>
                      </a:ext>
                    </a:extLst>
                  </p:cNvPr>
                  <p:cNvSpPr/>
                  <p:nvPr/>
                </p:nvSpPr>
                <p:spPr>
                  <a:xfrm>
                    <a:off x="6249552" y="3265715"/>
                    <a:ext cx="2888343" cy="2133600"/>
                  </a:xfrm>
                  <a:prstGeom prst="rect">
                    <a:avLst/>
                  </a:prstGeom>
                  <a:solidFill>
                    <a:schemeClr val="accent2">
                      <a:lumMod val="40000"/>
                      <a:lumOff val="60000"/>
                    </a:schemeClr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3"/>
                  </a:lnRef>
                  <a:fillRef idx="1">
                    <a:schemeClr val="lt1"/>
                  </a:fillRef>
                  <a:effectRef idx="0">
                    <a:schemeClr val="accent3"/>
                  </a:effectRef>
                  <a:fontRef idx="minor">
                    <a:schemeClr val="dk1"/>
                  </a:fontRef>
                </p:style>
                <p:txBody>
                  <a:bodyPr rot="0" spcFirstLastPara="0" vertOverflow="overflow" horzOverflow="overflow" vert="horz" wrap="square" lIns="0" tIns="45720" rIns="0" bIns="2743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90000"/>
                      </a:lnSpc>
                    </a:pPr>
                    <a:r>
                      <a:rPr lang="en-US" sz="1400" b="1" dirty="0">
                        <a:solidFill>
                          <a:schemeClr val="tx1"/>
                        </a:solidFill>
                        <a:latin typeface="Helvetica" panose="020B0604020202020204" pitchFamily="34" charset="0"/>
                      </a:rPr>
                      <a:t>FIX_Core.exe</a:t>
                    </a:r>
                  </a:p>
                </p:txBody>
              </p:sp>
              <p:sp>
                <p:nvSpPr>
                  <p:cNvPr id="55" name="Rectangle 54">
                    <a:extLst>
                      <a:ext uri="{FF2B5EF4-FFF2-40B4-BE49-F238E27FC236}">
                        <a16:creationId xmlns:a16="http://schemas.microsoft.com/office/drawing/2014/main" id="{6341274A-9428-7F71-163A-FA9A1E5E1200}"/>
                      </a:ext>
                    </a:extLst>
                  </p:cNvPr>
                  <p:cNvSpPr/>
                  <p:nvPr/>
                </p:nvSpPr>
                <p:spPr>
                  <a:xfrm>
                    <a:off x="6369756" y="3994969"/>
                    <a:ext cx="1038135" cy="562427"/>
                  </a:xfrm>
                  <a:prstGeom prst="rect">
                    <a:avLst/>
                  </a:prstGeom>
                  <a:solidFill>
                    <a:schemeClr val="accent2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3"/>
                  </a:lnRef>
                  <a:fillRef idx="1">
                    <a:schemeClr val="lt1"/>
                  </a:fillRef>
                  <a:effectRef idx="0">
                    <a:schemeClr val="accent3"/>
                  </a:effectRef>
                  <a:fontRef idx="minor">
                    <a:schemeClr val="dk1"/>
                  </a:fontRef>
                </p:style>
                <p:txBody>
                  <a:bodyPr rot="0" spcFirstLastPara="0" vertOverflow="overflow" horzOverflow="overflow" vert="horz" wrap="square" lIns="0" tIns="274320" rIns="0" bIns="2743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90000"/>
                      </a:lnSpc>
                    </a:pPr>
                    <a:r>
                      <a:rPr lang="en-US" sz="1200" dirty="0">
                        <a:solidFill>
                          <a:schemeClr val="tx1"/>
                        </a:solidFill>
                        <a:latin typeface="Helvetica" panose="020B0604020202020204" pitchFamily="34" charset="0"/>
                      </a:rPr>
                      <a:t>VISSIM Liaison</a:t>
                    </a:r>
                  </a:p>
                </p:txBody>
              </p:sp>
              <p:sp>
                <p:nvSpPr>
                  <p:cNvPr id="56" name="Rectangle 55">
                    <a:extLst>
                      <a:ext uri="{FF2B5EF4-FFF2-40B4-BE49-F238E27FC236}">
                        <a16:creationId xmlns:a16="http://schemas.microsoft.com/office/drawing/2014/main" id="{C8D8E0B2-D85B-FA79-DB64-F7BAA31917F2}"/>
                      </a:ext>
                    </a:extLst>
                  </p:cNvPr>
                  <p:cNvSpPr/>
                  <p:nvPr/>
                </p:nvSpPr>
                <p:spPr>
                  <a:xfrm>
                    <a:off x="6369756" y="4698912"/>
                    <a:ext cx="1038135" cy="562427"/>
                  </a:xfrm>
                  <a:prstGeom prst="rect">
                    <a:avLst/>
                  </a:prstGeom>
                  <a:solidFill>
                    <a:schemeClr val="accent2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3"/>
                  </a:lnRef>
                  <a:fillRef idx="1">
                    <a:schemeClr val="lt1"/>
                  </a:fillRef>
                  <a:effectRef idx="0">
                    <a:schemeClr val="accent3"/>
                  </a:effectRef>
                  <a:fontRef idx="minor">
                    <a:schemeClr val="dk1"/>
                  </a:fontRef>
                </p:style>
                <p:txBody>
                  <a:bodyPr rot="0" spcFirstLastPara="0" vertOverflow="overflow" horzOverflow="overflow" vert="horz" wrap="square" lIns="0" tIns="274320" rIns="0" bIns="2743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90000"/>
                      </a:lnSpc>
                    </a:pPr>
                    <a:r>
                      <a:rPr lang="en-US" sz="1200" dirty="0">
                        <a:solidFill>
                          <a:schemeClr val="tx1"/>
                        </a:solidFill>
                        <a:latin typeface="Helvetica" panose="020B0604020202020204" pitchFamily="34" charset="0"/>
                      </a:rPr>
                      <a:t>SUMO Liaison</a:t>
                    </a:r>
                  </a:p>
                </p:txBody>
              </p:sp>
              <p:cxnSp>
                <p:nvCxnSpPr>
                  <p:cNvPr id="57" name="Straight Arrow Connector 56">
                    <a:extLst>
                      <a:ext uri="{FF2B5EF4-FFF2-40B4-BE49-F238E27FC236}">
                        <a16:creationId xmlns:a16="http://schemas.microsoft.com/office/drawing/2014/main" id="{26C7D7F4-61BA-29BC-EBE1-C3BEA749EB7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525593" y="4493006"/>
                    <a:ext cx="344296" cy="0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miter lim="800000"/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8" name="Rectangle 57">
                    <a:extLst>
                      <a:ext uri="{FF2B5EF4-FFF2-40B4-BE49-F238E27FC236}">
                        <a16:creationId xmlns:a16="http://schemas.microsoft.com/office/drawing/2014/main" id="{CBB71C43-620B-C039-0BA9-E84F310C2FE0}"/>
                      </a:ext>
                    </a:extLst>
                  </p:cNvPr>
                  <p:cNvSpPr/>
                  <p:nvPr/>
                </p:nvSpPr>
                <p:spPr>
                  <a:xfrm>
                    <a:off x="7869889" y="3994969"/>
                    <a:ext cx="1176022" cy="1266007"/>
                  </a:xfrm>
                  <a:prstGeom prst="rect">
                    <a:avLst/>
                  </a:prstGeom>
                  <a:solidFill>
                    <a:schemeClr val="accent2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3"/>
                  </a:lnRef>
                  <a:fillRef idx="1">
                    <a:schemeClr val="lt1"/>
                  </a:fillRef>
                  <a:effectRef idx="0">
                    <a:schemeClr val="accent3"/>
                  </a:effectRef>
                  <a:fontRef idx="minor">
                    <a:schemeClr val="dk1"/>
                  </a:fontRef>
                </p:style>
                <p:txBody>
                  <a:bodyPr rot="0" spcFirstLastPara="0" vertOverflow="overflow" horzOverflow="overflow" vert="horz" wrap="square" lIns="0" tIns="274320" rIns="0" bIns="2743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90000"/>
                      </a:lnSpc>
                    </a:pPr>
                    <a:r>
                      <a:rPr lang="en-US" sz="1200" dirty="0">
                        <a:solidFill>
                          <a:schemeClr val="tx1"/>
                        </a:solidFill>
                        <a:latin typeface="Helvetica" panose="020B0604020202020204" pitchFamily="34" charset="0"/>
                      </a:rPr>
                      <a:t>Message</a:t>
                    </a:r>
                  </a:p>
                  <a:p>
                    <a:pPr algn="ctr">
                      <a:lnSpc>
                        <a:spcPct val="90000"/>
                      </a:lnSpc>
                    </a:pPr>
                    <a:r>
                      <a:rPr lang="en-US" sz="1200" dirty="0">
                        <a:solidFill>
                          <a:schemeClr val="tx1"/>
                        </a:solidFill>
                        <a:latin typeface="Helvetica" panose="020B0604020202020204" pitchFamily="34" charset="0"/>
                      </a:rPr>
                      <a:t>&amp; Socket Handler</a:t>
                    </a:r>
                  </a:p>
                </p:txBody>
              </p:sp>
              <p:cxnSp>
                <p:nvCxnSpPr>
                  <p:cNvPr id="59" name="Connector: Elbow 58">
                    <a:extLst>
                      <a:ext uri="{FF2B5EF4-FFF2-40B4-BE49-F238E27FC236}">
                        <a16:creationId xmlns:a16="http://schemas.microsoft.com/office/drawing/2014/main" id="{B38B0564-0F2B-0624-B20D-A28E5F415023}"/>
                      </a:ext>
                    </a:extLst>
                  </p:cNvPr>
                  <p:cNvCxnSpPr>
                    <a:cxnSpLocks/>
                    <a:stCxn id="55" idx="3"/>
                    <a:endCxn id="56" idx="3"/>
                  </p:cNvCxnSpPr>
                  <p:nvPr/>
                </p:nvCxnSpPr>
                <p:spPr>
                  <a:xfrm>
                    <a:off x="7407891" y="4276183"/>
                    <a:ext cx="12700" cy="703943"/>
                  </a:xfrm>
                  <a:prstGeom prst="bentConnector3">
                    <a:avLst>
                      <a:gd name="adj1" fmla="val 979748"/>
                    </a:avLst>
                  </a:prstGeom>
                  <a:ln w="19050">
                    <a:solidFill>
                      <a:schemeClr val="tx1"/>
                    </a:solidFill>
                    <a:miter lim="800000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1E436955-3E05-2B2D-7BB7-76AFF5ECAB84}"/>
                    </a:ext>
                  </a:extLst>
                </p:cNvPr>
                <p:cNvGrpSpPr/>
                <p:nvPr/>
              </p:nvGrpSpPr>
              <p:grpSpPr>
                <a:xfrm>
                  <a:off x="5294780" y="2617579"/>
                  <a:ext cx="1350545" cy="1312983"/>
                  <a:chOff x="9813051" y="3298052"/>
                  <a:chExt cx="2119992" cy="2061029"/>
                </a:xfrm>
              </p:grpSpPr>
              <p:sp>
                <p:nvSpPr>
                  <p:cNvPr id="50" name="Rectangle 49">
                    <a:extLst>
                      <a:ext uri="{FF2B5EF4-FFF2-40B4-BE49-F238E27FC236}">
                        <a16:creationId xmlns:a16="http://schemas.microsoft.com/office/drawing/2014/main" id="{5A028339-D706-7391-4841-2EE6F56A2C4D}"/>
                      </a:ext>
                    </a:extLst>
                  </p:cNvPr>
                  <p:cNvSpPr/>
                  <p:nvPr/>
                </p:nvSpPr>
                <p:spPr>
                  <a:xfrm>
                    <a:off x="9813051" y="3298052"/>
                    <a:ext cx="2119992" cy="2061029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3"/>
                  </a:lnRef>
                  <a:fillRef idx="1">
                    <a:schemeClr val="lt1"/>
                  </a:fillRef>
                  <a:effectRef idx="0">
                    <a:schemeClr val="accent3"/>
                  </a:effectRef>
                  <a:fontRef idx="minor">
                    <a:schemeClr val="dk1"/>
                  </a:fontRef>
                </p:style>
                <p:txBody>
                  <a:bodyPr rot="0" spcFirstLastPara="0" vertOverflow="overflow" horzOverflow="overflow" vert="horz" wrap="square" lIns="0" tIns="45720" rIns="0" bIns="2743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en-US" sz="1400" b="1" dirty="0">
                        <a:solidFill>
                          <a:schemeClr val="tx1"/>
                        </a:solidFill>
                        <a:latin typeface="Helvetica" panose="020B0604020202020204" pitchFamily="34" charset="0"/>
                      </a:rPr>
                      <a:t>Application Layer </a:t>
                    </a:r>
                  </a:p>
                </p:txBody>
              </p:sp>
              <p:sp>
                <p:nvSpPr>
                  <p:cNvPr id="51" name="Rectangle 50">
                    <a:extLst>
                      <a:ext uri="{FF2B5EF4-FFF2-40B4-BE49-F238E27FC236}">
                        <a16:creationId xmlns:a16="http://schemas.microsoft.com/office/drawing/2014/main" id="{1C98532A-0CC2-7D04-FC9D-0783A7A04F08}"/>
                      </a:ext>
                    </a:extLst>
                  </p:cNvPr>
                  <p:cNvSpPr/>
                  <p:nvPr/>
                </p:nvSpPr>
                <p:spPr>
                  <a:xfrm>
                    <a:off x="9915982" y="4081646"/>
                    <a:ext cx="1914130" cy="580978"/>
                  </a:xfrm>
                  <a:prstGeom prst="rect">
                    <a:avLst/>
                  </a:prstGeom>
                  <a:solidFill>
                    <a:schemeClr val="accent2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3"/>
                  </a:lnRef>
                  <a:fillRef idx="1">
                    <a:schemeClr val="lt1"/>
                  </a:fillRef>
                  <a:effectRef idx="0">
                    <a:schemeClr val="accent3"/>
                  </a:effectRef>
                  <a:fontRef idx="minor">
                    <a:schemeClr val="dk1"/>
                  </a:fontRef>
                </p:style>
                <p:txBody>
                  <a:bodyPr rot="0" spcFirstLastPara="0" vertOverflow="overflow" horzOverflow="overflow" vert="horz" wrap="square" lIns="0" tIns="274320" rIns="0" bIns="2743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90000"/>
                      </a:lnSpc>
                    </a:pPr>
                    <a:r>
                      <a:rPr lang="en-US" sz="1200" dirty="0">
                        <a:solidFill>
                          <a:schemeClr val="tx1"/>
                        </a:solidFill>
                        <a:latin typeface="Helvetica" panose="020B0604020202020204" pitchFamily="34" charset="0"/>
                      </a:rPr>
                      <a:t>FIXS Liaison</a:t>
                    </a:r>
                  </a:p>
                </p:txBody>
              </p:sp>
              <p:sp>
                <p:nvSpPr>
                  <p:cNvPr id="52" name="Rectangle 51">
                    <a:extLst>
                      <a:ext uri="{FF2B5EF4-FFF2-40B4-BE49-F238E27FC236}">
                        <a16:creationId xmlns:a16="http://schemas.microsoft.com/office/drawing/2014/main" id="{0699C79D-5740-3C4A-D45D-3D1154E9E945}"/>
                      </a:ext>
                    </a:extLst>
                  </p:cNvPr>
                  <p:cNvSpPr/>
                  <p:nvPr/>
                </p:nvSpPr>
                <p:spPr>
                  <a:xfrm>
                    <a:off x="9915982" y="4950482"/>
                    <a:ext cx="1914130" cy="340765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3"/>
                  </a:lnRef>
                  <a:fillRef idx="1">
                    <a:schemeClr val="lt1"/>
                  </a:fillRef>
                  <a:effectRef idx="0">
                    <a:schemeClr val="accent3"/>
                  </a:effectRef>
                  <a:fontRef idx="minor">
                    <a:schemeClr val="dk1"/>
                  </a:fontRef>
                </p:style>
                <p:txBody>
                  <a:bodyPr rot="0" spcFirstLastPara="0" vertOverflow="overflow" horzOverflow="overflow" vert="horz" wrap="square" lIns="0" tIns="274320" rIns="0" bIns="2743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90000"/>
                      </a:lnSpc>
                    </a:pPr>
                    <a:r>
                      <a:rPr lang="en-US" sz="1200" dirty="0">
                        <a:solidFill>
                          <a:schemeClr val="tx1"/>
                        </a:solidFill>
                        <a:latin typeface="Helvetica" panose="020B0604020202020204" pitchFamily="34" charset="0"/>
                      </a:rPr>
                      <a:t>CAV Controller</a:t>
                    </a:r>
                  </a:p>
                </p:txBody>
              </p:sp>
              <p:cxnSp>
                <p:nvCxnSpPr>
                  <p:cNvPr id="53" name="Straight Arrow Connector 52">
                    <a:extLst>
                      <a:ext uri="{FF2B5EF4-FFF2-40B4-BE49-F238E27FC236}">
                        <a16:creationId xmlns:a16="http://schemas.microsoft.com/office/drawing/2014/main" id="{9282944A-BA74-F7CC-BAEA-783371019943}"/>
                      </a:ext>
                    </a:extLst>
                  </p:cNvPr>
                  <p:cNvCxnSpPr>
                    <a:cxnSpLocks/>
                    <a:stCxn id="51" idx="2"/>
                    <a:endCxn id="52" idx="0"/>
                  </p:cNvCxnSpPr>
                  <p:nvPr/>
                </p:nvCxnSpPr>
                <p:spPr>
                  <a:xfrm>
                    <a:off x="10873047" y="4662624"/>
                    <a:ext cx="0" cy="287858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miter lim="800000"/>
                    <a:headEnd type="triangl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8AC735D5-480B-066E-8620-05CA493422F4}"/>
                    </a:ext>
                  </a:extLst>
                </p:cNvPr>
                <p:cNvGrpSpPr/>
                <p:nvPr/>
              </p:nvGrpSpPr>
              <p:grpSpPr>
                <a:xfrm>
                  <a:off x="7035148" y="2552616"/>
                  <a:ext cx="2572859" cy="1470186"/>
                  <a:chOff x="12787176" y="3149577"/>
                  <a:chExt cx="4038695" cy="2307796"/>
                </a:xfrm>
              </p:grpSpPr>
              <p:sp>
                <p:nvSpPr>
                  <p:cNvPr id="41" name="Rectangle 40">
                    <a:extLst>
                      <a:ext uri="{FF2B5EF4-FFF2-40B4-BE49-F238E27FC236}">
                        <a16:creationId xmlns:a16="http://schemas.microsoft.com/office/drawing/2014/main" id="{5689140B-0D0D-7866-B771-860550A4B6E7}"/>
                      </a:ext>
                    </a:extLst>
                  </p:cNvPr>
                  <p:cNvSpPr/>
                  <p:nvPr/>
                </p:nvSpPr>
                <p:spPr>
                  <a:xfrm>
                    <a:off x="12787176" y="3149577"/>
                    <a:ext cx="4038695" cy="2307796"/>
                  </a:xfrm>
                  <a:prstGeom prst="rect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  <a:ln w="12700">
                    <a:solidFill>
                      <a:schemeClr val="tx1"/>
                    </a:solidFill>
                    <a:miter lim="800000"/>
                  </a:ln>
                  <a:effectLst/>
                  <a:scene3d>
                    <a:camera prst="orthographicFront">
                      <a:rot lat="0" lon="0" rev="0"/>
                    </a:camera>
                    <a:lightRig rig="threePt" dir="t">
                      <a:rot lat="0" lon="0" rev="1200000"/>
                    </a:lightRig>
                  </a:scene3d>
                  <a:sp3d/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0" tIns="45720" rIns="0" bIns="2743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90000"/>
                      </a:lnSpc>
                    </a:pPr>
                    <a:r>
                      <a:rPr lang="en-US" sz="1400" b="1" dirty="0">
                        <a:solidFill>
                          <a:schemeClr val="tx1"/>
                        </a:solidFill>
                        <a:latin typeface="Helvetica" panose="020B0604020202020204" pitchFamily="34" charset="0"/>
                      </a:rPr>
                      <a:t>Ego CAV</a:t>
                    </a:r>
                  </a:p>
                </p:txBody>
              </p:sp>
              <p:sp>
                <p:nvSpPr>
                  <p:cNvPr id="42" name="Rectangle 41">
                    <a:extLst>
                      <a:ext uri="{FF2B5EF4-FFF2-40B4-BE49-F238E27FC236}">
                        <a16:creationId xmlns:a16="http://schemas.microsoft.com/office/drawing/2014/main" id="{33395AB2-0661-50FA-2230-439D5B3AE682}"/>
                      </a:ext>
                    </a:extLst>
                  </p:cNvPr>
                  <p:cNvSpPr/>
                  <p:nvPr/>
                </p:nvSpPr>
                <p:spPr>
                  <a:xfrm>
                    <a:off x="12890190" y="3710610"/>
                    <a:ext cx="1149714" cy="1648472"/>
                  </a:xfrm>
                  <a:prstGeom prst="rect">
                    <a:avLst/>
                  </a:prstGeom>
                  <a:solidFill>
                    <a:schemeClr val="accent2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3"/>
                  </a:lnRef>
                  <a:fillRef idx="1">
                    <a:schemeClr val="lt1"/>
                  </a:fillRef>
                  <a:effectRef idx="0">
                    <a:schemeClr val="accent3"/>
                  </a:effectRef>
                  <a:fontRef idx="minor">
                    <a:schemeClr val="dk1"/>
                  </a:fontRef>
                </p:style>
                <p:txBody>
                  <a:bodyPr rot="0" spcFirstLastPara="0" vertOverflow="overflow" horzOverflow="overflow" vert="horz" wrap="square" lIns="0" tIns="274320" rIns="0" bIns="2743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90000"/>
                      </a:lnSpc>
                    </a:pPr>
                    <a:r>
                      <a:rPr lang="en-US" sz="1200" dirty="0">
                        <a:solidFill>
                          <a:schemeClr val="tx1"/>
                        </a:solidFill>
                        <a:latin typeface="Helvetica" panose="020B0604020202020204" pitchFamily="34" charset="0"/>
                      </a:rPr>
                      <a:t>FIXS Liaison</a:t>
                    </a:r>
                  </a:p>
                </p:txBody>
              </p:sp>
              <p:sp>
                <p:nvSpPr>
                  <p:cNvPr id="43" name="Rectangle 42">
                    <a:extLst>
                      <a:ext uri="{FF2B5EF4-FFF2-40B4-BE49-F238E27FC236}">
                        <a16:creationId xmlns:a16="http://schemas.microsoft.com/office/drawing/2014/main" id="{0E25AA87-7C7D-2E0F-48DA-D0BEC54868D5}"/>
                      </a:ext>
                    </a:extLst>
                  </p:cNvPr>
                  <p:cNvSpPr/>
                  <p:nvPr/>
                </p:nvSpPr>
                <p:spPr>
                  <a:xfrm>
                    <a:off x="15393343" y="3730901"/>
                    <a:ext cx="1149714" cy="417006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3"/>
                  </a:lnRef>
                  <a:fillRef idx="1">
                    <a:schemeClr val="lt1"/>
                  </a:fillRef>
                  <a:effectRef idx="0">
                    <a:schemeClr val="accent3"/>
                  </a:effectRef>
                  <a:fontRef idx="minor">
                    <a:schemeClr val="dk1"/>
                  </a:fontRef>
                </p:style>
                <p:txBody>
                  <a:bodyPr rot="0" spcFirstLastPara="0" vertOverflow="overflow" horzOverflow="overflow" vert="horz" wrap="square" lIns="0" tIns="274320" rIns="0" bIns="2743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90000"/>
                      </a:lnSpc>
                    </a:pPr>
                    <a:r>
                      <a:rPr lang="en-US" sz="1200" dirty="0">
                        <a:solidFill>
                          <a:schemeClr val="tx1"/>
                        </a:solidFill>
                        <a:latin typeface="Helvetica" panose="020B0604020202020204" pitchFamily="34" charset="0"/>
                      </a:rPr>
                      <a:t>Driver</a:t>
                    </a:r>
                  </a:p>
                </p:txBody>
              </p:sp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2B55F697-F54B-97F4-36F0-4996E33D64A7}"/>
                      </a:ext>
                    </a:extLst>
                  </p:cNvPr>
                  <p:cNvSpPr txBox="1"/>
                  <p:nvPr/>
                </p:nvSpPr>
                <p:spPr>
                  <a:xfrm>
                    <a:off x="14039904" y="3594844"/>
                    <a:ext cx="1478069" cy="39858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1050" dirty="0">
                        <a:latin typeface="Helvetica" panose="020B0604020202020204" pitchFamily="34" charset="0"/>
                      </a:rPr>
                      <a:t>Speed Cmd.</a:t>
                    </a:r>
                    <a:endParaRPr lang="en-US" sz="1050" dirty="0"/>
                  </a:p>
                </p:txBody>
              </p:sp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F97FBD03-6C68-BBDD-0597-F3EAF5E826EA}"/>
                      </a:ext>
                    </a:extLst>
                  </p:cNvPr>
                  <p:cNvSpPr txBox="1"/>
                  <p:nvPr/>
                </p:nvSpPr>
                <p:spPr>
                  <a:xfrm>
                    <a:off x="14729703" y="4191109"/>
                    <a:ext cx="1478069" cy="652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1050" dirty="0">
                        <a:latin typeface="Helvetica" panose="020B0604020202020204" pitchFamily="34" charset="0"/>
                      </a:rPr>
                      <a:t>Pedal &amp; Brake Cmd.</a:t>
                    </a:r>
                    <a:endParaRPr lang="en-US" sz="1050" dirty="0"/>
                  </a:p>
                </p:txBody>
              </p:sp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BC090D98-021E-41E8-A178-543D49F6F9F6}"/>
                      </a:ext>
                    </a:extLst>
                  </p:cNvPr>
                  <p:cNvSpPr/>
                  <p:nvPr/>
                </p:nvSpPr>
                <p:spPr>
                  <a:xfrm>
                    <a:off x="14428334" y="4762225"/>
                    <a:ext cx="2292127" cy="587661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3"/>
                  </a:lnRef>
                  <a:fillRef idx="1">
                    <a:schemeClr val="lt1"/>
                  </a:fillRef>
                  <a:effectRef idx="0">
                    <a:schemeClr val="accent3"/>
                  </a:effectRef>
                  <a:fontRef idx="minor">
                    <a:schemeClr val="dk1"/>
                  </a:fontRef>
                </p:style>
                <p:txBody>
                  <a:bodyPr rot="0" spcFirstLastPara="0" vertOverflow="overflow" horzOverflow="overflow" vert="horz" wrap="square" lIns="0" tIns="274320" rIns="0" bIns="2743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90000"/>
                      </a:lnSpc>
                    </a:pPr>
                    <a:r>
                      <a:rPr lang="en-US" sz="1200" dirty="0">
                        <a:solidFill>
                          <a:schemeClr val="tx1"/>
                        </a:solidFill>
                        <a:latin typeface="Helvetica" panose="020B0604020202020204" pitchFamily="34" charset="0"/>
                      </a:rPr>
                      <a:t>Vehicle Dynamics Model</a:t>
                    </a:r>
                  </a:p>
                </p:txBody>
              </p:sp>
              <p:cxnSp>
                <p:nvCxnSpPr>
                  <p:cNvPr id="47" name="Straight Arrow Connector 46">
                    <a:extLst>
                      <a:ext uri="{FF2B5EF4-FFF2-40B4-BE49-F238E27FC236}">
                        <a16:creationId xmlns:a16="http://schemas.microsoft.com/office/drawing/2014/main" id="{CC0F4121-2F67-AABB-3906-618027F56FA4}"/>
                      </a:ext>
                    </a:extLst>
                  </p:cNvPr>
                  <p:cNvCxnSpPr>
                    <a:cxnSpLocks/>
                    <a:endCxn id="43" idx="1"/>
                  </p:cNvCxnSpPr>
                  <p:nvPr/>
                </p:nvCxnSpPr>
                <p:spPr>
                  <a:xfrm>
                    <a:off x="14039904" y="3933397"/>
                    <a:ext cx="1353439" cy="6007"/>
                  </a:xfrm>
                  <a:prstGeom prst="straightConnector1">
                    <a:avLst/>
                  </a:prstGeom>
                  <a:ln w="19050">
                    <a:solidFill>
                      <a:schemeClr val="accent1"/>
                    </a:solidFill>
                    <a:miter lim="800000"/>
                    <a:headEnd w="lg" len="lg"/>
                    <a:tailEnd type="triangle" w="med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Straight Arrow Connector 47">
                    <a:extLst>
                      <a:ext uri="{FF2B5EF4-FFF2-40B4-BE49-F238E27FC236}">
                        <a16:creationId xmlns:a16="http://schemas.microsoft.com/office/drawing/2014/main" id="{7E83263B-D347-F9A6-2882-62BD75CB9C64}"/>
                      </a:ext>
                    </a:extLst>
                  </p:cNvPr>
                  <p:cNvCxnSpPr>
                    <a:cxnSpLocks/>
                    <a:stCxn id="43" idx="2"/>
                  </p:cNvCxnSpPr>
                  <p:nvPr/>
                </p:nvCxnSpPr>
                <p:spPr>
                  <a:xfrm>
                    <a:off x="15968200" y="4147907"/>
                    <a:ext cx="0" cy="614318"/>
                  </a:xfrm>
                  <a:prstGeom prst="straightConnector1">
                    <a:avLst/>
                  </a:prstGeom>
                  <a:ln w="19050">
                    <a:solidFill>
                      <a:schemeClr val="accent1"/>
                    </a:solidFill>
                    <a:miter lim="800000"/>
                    <a:headEnd w="lg" len="lg"/>
                    <a:tailEnd type="triangle" w="med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" name="Straight Arrow Connector 48">
                    <a:extLst>
                      <a:ext uri="{FF2B5EF4-FFF2-40B4-BE49-F238E27FC236}">
                        <a16:creationId xmlns:a16="http://schemas.microsoft.com/office/drawing/2014/main" id="{B37BA6B9-3FC2-9AAB-96A7-B876552F9E9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4039904" y="5067300"/>
                    <a:ext cx="388430" cy="0"/>
                  </a:xfrm>
                  <a:prstGeom prst="straightConnector1">
                    <a:avLst/>
                  </a:prstGeom>
                  <a:ln w="19050">
                    <a:solidFill>
                      <a:schemeClr val="accent6"/>
                    </a:solidFill>
                    <a:miter lim="800000"/>
                    <a:headEnd w="lg" len="lg"/>
                    <a:tailEnd type="triangle" w="med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7" name="Straight Arrow Connector 16">
                  <a:extLst>
                    <a:ext uri="{FF2B5EF4-FFF2-40B4-BE49-F238E27FC236}">
                      <a16:creationId xmlns:a16="http://schemas.microsoft.com/office/drawing/2014/main" id="{06AED140-E554-98E9-CBF6-AE5F1735E0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44997" y="3405260"/>
                  <a:ext cx="515356" cy="0"/>
                </a:xfrm>
                <a:prstGeom prst="straightConnector1">
                  <a:avLst/>
                </a:prstGeom>
                <a:ln w="19050">
                  <a:solidFill>
                    <a:schemeClr val="accent6"/>
                  </a:solidFill>
                  <a:miter lim="800000"/>
                  <a:headEnd type="triangle" w="med" len="lg"/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Arrow Connector 17">
                  <a:extLst>
                    <a:ext uri="{FF2B5EF4-FFF2-40B4-BE49-F238E27FC236}">
                      <a16:creationId xmlns:a16="http://schemas.microsoft.com/office/drawing/2014/main" id="{72689E46-A642-3166-FAC2-A1761B1BD6E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46358" y="3216126"/>
                  <a:ext cx="513995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miter lim="800000"/>
                  <a:tailEnd type="triangl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Arrow Connector 18">
                  <a:extLst>
                    <a:ext uri="{FF2B5EF4-FFF2-40B4-BE49-F238E27FC236}">
                      <a16:creationId xmlns:a16="http://schemas.microsoft.com/office/drawing/2014/main" id="{972988A9-E503-93D4-40FB-A1C411A9EC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70754" y="3402457"/>
                  <a:ext cx="523556" cy="0"/>
                </a:xfrm>
                <a:prstGeom prst="straightConnector1">
                  <a:avLst/>
                </a:prstGeom>
                <a:ln w="19050">
                  <a:solidFill>
                    <a:schemeClr val="accent6"/>
                  </a:solidFill>
                  <a:miter lim="800000"/>
                  <a:headEnd type="triangle" w="med" len="lg"/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Arrow Connector 19">
                  <a:extLst>
                    <a:ext uri="{FF2B5EF4-FFF2-40B4-BE49-F238E27FC236}">
                      <a16:creationId xmlns:a16="http://schemas.microsoft.com/office/drawing/2014/main" id="{E6935743-E168-995E-8FE4-E88C4E1555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80315" y="3201253"/>
                  <a:ext cx="513995" cy="0"/>
                </a:xfrm>
                <a:prstGeom prst="straightConnector1">
                  <a:avLst/>
                </a:prstGeom>
                <a:ln w="19050">
                  <a:solidFill>
                    <a:schemeClr val="accent1"/>
                  </a:solidFill>
                  <a:miter lim="800000"/>
                  <a:tailEnd type="triangl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Connector: Elbow 20">
                  <a:extLst>
                    <a:ext uri="{FF2B5EF4-FFF2-40B4-BE49-F238E27FC236}">
                      <a16:creationId xmlns:a16="http://schemas.microsoft.com/office/drawing/2014/main" id="{C3636E71-A81A-CE5C-1005-1B372A7BAB08}"/>
                    </a:ext>
                  </a:extLst>
                </p:cNvPr>
                <p:cNvCxnSpPr>
                  <a:cxnSpLocks/>
                  <a:stCxn id="60" idx="1"/>
                  <a:endCxn id="5" idx="2"/>
                </p:cNvCxnSpPr>
                <p:nvPr/>
              </p:nvCxnSpPr>
              <p:spPr>
                <a:xfrm rot="10800000">
                  <a:off x="1757970" y="3961870"/>
                  <a:ext cx="1813247" cy="575482"/>
                </a:xfrm>
                <a:prstGeom prst="bentConnector2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  <a:prstDash val="sysDash"/>
                  <a:miter lim="800000"/>
                  <a:headEnd w="lg" len="lg"/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Connector: Elbow 21">
                  <a:extLst>
                    <a:ext uri="{FF2B5EF4-FFF2-40B4-BE49-F238E27FC236}">
                      <a16:creationId xmlns:a16="http://schemas.microsoft.com/office/drawing/2014/main" id="{74200555-421D-D95E-8727-3FBA7D45C274}"/>
                    </a:ext>
                  </a:extLst>
                </p:cNvPr>
                <p:cNvCxnSpPr>
                  <a:cxnSpLocks/>
                  <a:stCxn id="60" idx="3"/>
                  <a:endCxn id="41" idx="2"/>
                </p:cNvCxnSpPr>
                <p:nvPr/>
              </p:nvCxnSpPr>
              <p:spPr>
                <a:xfrm flipV="1">
                  <a:off x="6578954" y="4022802"/>
                  <a:ext cx="1742624" cy="514549"/>
                </a:xfrm>
                <a:prstGeom prst="bentConnector2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  <a:prstDash val="sysDash"/>
                  <a:miter lim="800000"/>
                  <a:headEnd w="lg" len="lg"/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Arrow Connector 22">
                  <a:extLst>
                    <a:ext uri="{FF2B5EF4-FFF2-40B4-BE49-F238E27FC236}">
                      <a16:creationId xmlns:a16="http://schemas.microsoft.com/office/drawing/2014/main" id="{F6589008-9613-A3B5-8CA7-8BC23DE16D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76209" y="3568293"/>
                  <a:ext cx="219334" cy="0"/>
                </a:xfrm>
                <a:prstGeom prst="straightConnector1">
                  <a:avLst/>
                </a:prstGeom>
                <a:ln w="19050">
                  <a:solidFill>
                    <a:schemeClr val="accent6"/>
                  </a:solidFill>
                  <a:miter lim="800000"/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24" name="Picture 2" descr="MATLAB and Simulink gain new tools - EDN">
                  <a:extLst>
                    <a:ext uri="{FF2B5EF4-FFF2-40B4-BE49-F238E27FC236}">
                      <a16:creationId xmlns:a16="http://schemas.microsoft.com/office/drawing/2014/main" id="{3B8F7DEE-A6F3-E0CC-BD5F-756C80DF9DB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848032" y="2575324"/>
                  <a:ext cx="732428" cy="33112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5" name="Picture 24" descr="A car parked inside a building&#10;&#10;Description automatically generated">
                  <a:extLst>
                    <a:ext uri="{FF2B5EF4-FFF2-40B4-BE49-F238E27FC236}">
                      <a16:creationId xmlns:a16="http://schemas.microsoft.com/office/drawing/2014/main" id="{ACC27AE9-A351-CB35-0ACB-1CE98020F8F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99484" y="2538922"/>
                  <a:ext cx="2160283" cy="1440189"/>
                </a:xfrm>
                <a:prstGeom prst="rect">
                  <a:avLst/>
                </a:prstGeom>
              </p:spPr>
            </p:pic>
            <p:sp>
              <p:nvSpPr>
                <p:cNvPr id="26" name="Arrow: Left-Right 25">
                  <a:extLst>
                    <a:ext uri="{FF2B5EF4-FFF2-40B4-BE49-F238E27FC236}">
                      <a16:creationId xmlns:a16="http://schemas.microsoft.com/office/drawing/2014/main" id="{483D3456-0AE6-A705-4F52-2A04964D4134}"/>
                    </a:ext>
                  </a:extLst>
                </p:cNvPr>
                <p:cNvSpPr/>
                <p:nvPr/>
              </p:nvSpPr>
              <p:spPr>
                <a:xfrm>
                  <a:off x="9461695" y="3211874"/>
                  <a:ext cx="360608" cy="175680"/>
                </a:xfrm>
                <a:prstGeom prst="leftRightArrow">
                  <a:avLst/>
                </a:prstGeom>
                <a:solidFill>
                  <a:schemeClr val="bg1">
                    <a:lumMod val="50000"/>
                  </a:schemeClr>
                </a:solidFill>
                <a:ln w="38100">
                  <a:noFill/>
                  <a:miter lim="800000"/>
                </a:ln>
                <a:effectLst/>
                <a:scene3d>
                  <a:camera prst="orthographicFront">
                    <a:rot lat="0" lon="0" rev="0"/>
                  </a:camera>
                  <a:lightRig rig="threePt" dir="t">
                    <a:rot lat="0" lon="0" rev="1200000"/>
                  </a:lightRig>
                </a:scene3d>
                <a:sp3d/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</a:pPr>
                  <a:endParaRPr lang="en-US" sz="11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757B685D-F441-6D5B-E45A-ADC4F527322D}"/>
                    </a:ext>
                  </a:extLst>
                </p:cNvPr>
                <p:cNvSpPr/>
                <p:nvPr/>
              </p:nvSpPr>
              <p:spPr>
                <a:xfrm>
                  <a:off x="9702767" y="2536670"/>
                  <a:ext cx="628301" cy="350323"/>
                </a:xfrm>
                <a:prstGeom prst="rect">
                  <a:avLst/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0" tIns="0" rIns="0" bIns="0" rtlCol="0" anchor="ctr"/>
                <a:lstStyle/>
                <a:p>
                  <a:pPr marR="0" indent="0" algn="ctr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1400" b="1" dirty="0">
                      <a:latin typeface="Helvetica" panose="020B0604020202020204" pitchFamily="34" charset="0"/>
                    </a:rPr>
                    <a:t>XIL</a:t>
                  </a:r>
                </a:p>
              </p:txBody>
            </p:sp>
            <p:grpSp>
              <p:nvGrpSpPr>
                <p:cNvPr id="28" name="Group 27">
                  <a:extLst>
                    <a:ext uri="{FF2B5EF4-FFF2-40B4-BE49-F238E27FC236}">
                      <a16:creationId xmlns:a16="http://schemas.microsoft.com/office/drawing/2014/main" id="{F09EF3D0-D523-1AC8-0EE1-423D8B974C2B}"/>
                    </a:ext>
                  </a:extLst>
                </p:cNvPr>
                <p:cNvGrpSpPr/>
                <p:nvPr/>
              </p:nvGrpSpPr>
              <p:grpSpPr>
                <a:xfrm>
                  <a:off x="1797757" y="4883504"/>
                  <a:ext cx="9054129" cy="297750"/>
                  <a:chOff x="857745" y="17390336"/>
                  <a:chExt cx="14212544" cy="467387"/>
                </a:xfrm>
              </p:grpSpPr>
              <p:sp>
                <p:nvSpPr>
                  <p:cNvPr id="29" name="Rectangle 28">
                    <a:extLst>
                      <a:ext uri="{FF2B5EF4-FFF2-40B4-BE49-F238E27FC236}">
                        <a16:creationId xmlns:a16="http://schemas.microsoft.com/office/drawing/2014/main" id="{519E9FC2-84D0-4D00-1EE4-84B88603316E}"/>
                      </a:ext>
                    </a:extLst>
                  </p:cNvPr>
                  <p:cNvSpPr/>
                  <p:nvPr/>
                </p:nvSpPr>
                <p:spPr>
                  <a:xfrm>
                    <a:off x="857745" y="17390336"/>
                    <a:ext cx="14016333" cy="467387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</a:ln>
                  <a:effectLst/>
                  <a:scene3d>
                    <a:camera prst="orthographicFront">
                      <a:rot lat="0" lon="0" rev="0"/>
                    </a:camera>
                    <a:lightRig rig="threePt" dir="t">
                      <a:rot lat="0" lon="0" rev="1200000"/>
                    </a:lightRig>
                  </a:scene3d>
                  <a:sp3d/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274320" tIns="91440" rIns="274320" bIns="2743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90000"/>
                      </a:lnSpc>
                    </a:pPr>
                    <a:endParaRPr lang="en-US" sz="1400" b="1" dirty="0">
                      <a:solidFill>
                        <a:schemeClr val="tx1"/>
                      </a:solidFill>
                      <a:latin typeface="Helvetica" panose="020B0604020202020204" pitchFamily="34" charset="0"/>
                    </a:endParaRPr>
                  </a:p>
                </p:txBody>
              </p:sp>
              <p:grpSp>
                <p:nvGrpSpPr>
                  <p:cNvPr id="30" name="Group 29">
                    <a:extLst>
                      <a:ext uri="{FF2B5EF4-FFF2-40B4-BE49-F238E27FC236}">
                        <a16:creationId xmlns:a16="http://schemas.microsoft.com/office/drawing/2014/main" id="{366AFE2A-5CD9-6994-6D44-3C3D15D0CC8D}"/>
                      </a:ext>
                    </a:extLst>
                  </p:cNvPr>
                  <p:cNvGrpSpPr/>
                  <p:nvPr/>
                </p:nvGrpSpPr>
                <p:grpSpPr>
                  <a:xfrm>
                    <a:off x="4004895" y="17416814"/>
                    <a:ext cx="4189776" cy="434814"/>
                    <a:chOff x="3133863" y="2623354"/>
                    <a:chExt cx="4189776" cy="434814"/>
                  </a:xfrm>
                </p:grpSpPr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39" name="TextBox 38">
                          <a:extLst>
                            <a:ext uri="{FF2B5EF4-FFF2-40B4-BE49-F238E27FC236}">
                              <a16:creationId xmlns:a16="http://schemas.microsoft.com/office/drawing/2014/main" id="{976F14A8-6820-077B-1302-F1E577C43C7A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3960946" y="2623354"/>
                          <a:ext cx="3362693" cy="43481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>
                          <a:spAutoFit/>
                        </a:bodyPr>
                        <a:lstStyle/>
                        <a:p>
                          <a:r>
                            <a:rPr lang="en-US" sz="1200" dirty="0">
                              <a:solidFill>
                                <a:schemeClr val="tx1"/>
                              </a:solidFill>
                              <a:latin typeface="Helvetica" panose="020B0604020202020204" pitchFamily="34" charset="0"/>
                            </a:rPr>
                            <a:t>Preceding Vehicles Info.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2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oMath>
                          </a14:m>
                          <a:endParaRPr lang="en-US" sz="1200" dirty="0">
                            <a:solidFill>
                              <a:schemeClr val="tx1"/>
                            </a:solidFill>
                            <a:latin typeface="Helvetica" panose="020B0604020202020204" pitchFamily="34" charset="0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182" name="TextBox 181">
                          <a:extLst>
                            <a:ext uri="{FF2B5EF4-FFF2-40B4-BE49-F238E27FC236}">
                              <a16:creationId xmlns:a16="http://schemas.microsoft.com/office/drawing/2014/main" id="{A920C97B-15E6-057A-A726-B70B85E3E538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3960946" y="2623354"/>
                          <a:ext cx="3362693" cy="434814"/>
                        </a:xfrm>
                        <a:prstGeom prst="rect">
                          <a:avLst/>
                        </a:prstGeom>
                        <a:blipFill>
                          <a:blip r:embed="rId13"/>
                          <a:stretch>
                            <a:fillRect t="-4444" b="-15556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cxnSp>
                  <p:nvCxnSpPr>
                    <p:cNvPr id="40" name="Straight Arrow Connector 39">
                      <a:extLst>
                        <a:ext uri="{FF2B5EF4-FFF2-40B4-BE49-F238E27FC236}">
                          <a16:creationId xmlns:a16="http://schemas.microsoft.com/office/drawing/2014/main" id="{4D49CD98-F3CA-FD93-7F9F-E50E931FC04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133863" y="2810290"/>
                      <a:ext cx="806833" cy="0"/>
                    </a:xfrm>
                    <a:prstGeom prst="straightConnector1">
                      <a:avLst/>
                    </a:prstGeom>
                    <a:ln w="31750">
                      <a:solidFill>
                        <a:schemeClr val="tx1"/>
                      </a:solidFill>
                      <a:miter lim="800000"/>
                      <a:tailEnd type="triangle" w="med" len="lg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31" name="Group 30">
                    <a:extLst>
                      <a:ext uri="{FF2B5EF4-FFF2-40B4-BE49-F238E27FC236}">
                        <a16:creationId xmlns:a16="http://schemas.microsoft.com/office/drawing/2014/main" id="{18721524-C287-AD62-D3C7-1048F0666364}"/>
                      </a:ext>
                    </a:extLst>
                  </p:cNvPr>
                  <p:cNvGrpSpPr/>
                  <p:nvPr/>
                </p:nvGrpSpPr>
                <p:grpSpPr>
                  <a:xfrm>
                    <a:off x="8213907" y="17416814"/>
                    <a:ext cx="3646435" cy="434814"/>
                    <a:chOff x="7478918" y="2615733"/>
                    <a:chExt cx="3646435" cy="434814"/>
                  </a:xfrm>
                </p:grpSpPr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37" name="TextBox 36">
                          <a:extLst>
                            <a:ext uri="{FF2B5EF4-FFF2-40B4-BE49-F238E27FC236}">
                              <a16:creationId xmlns:a16="http://schemas.microsoft.com/office/drawing/2014/main" id="{8B233933-4CDD-9FDD-C541-84356D5C4260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8237010" y="2615733"/>
                          <a:ext cx="2888343" cy="43481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>
                          <a:spAutoFit/>
                        </a:bodyPr>
                        <a:lstStyle/>
                        <a:p>
                          <a:pPr algn="ctr"/>
                          <a:r>
                            <a:rPr lang="en-US" sz="1200" dirty="0">
                              <a:latin typeface="Helvetica" panose="020B0604020202020204" pitchFamily="34" charset="0"/>
                            </a:rPr>
                            <a:t>Ego Command</a:t>
                          </a:r>
                          <a:r>
                            <a:rPr lang="en-US" sz="1200" dirty="0">
                              <a:solidFill>
                                <a:schemeClr val="tx1"/>
                              </a:solidFill>
                              <a:latin typeface="Helvetica" panose="020B060402020202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2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oMath>
                          </a14:m>
                          <a:endParaRPr lang="en-US" sz="1200" dirty="0">
                            <a:solidFill>
                              <a:schemeClr val="tx1"/>
                            </a:solidFill>
                            <a:latin typeface="Helvetica" panose="020B0604020202020204" pitchFamily="34" charset="0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180" name="TextBox 179">
                          <a:extLst>
                            <a:ext uri="{FF2B5EF4-FFF2-40B4-BE49-F238E27FC236}">
                              <a16:creationId xmlns:a16="http://schemas.microsoft.com/office/drawing/2014/main" id="{3D7EA264-2E7A-6370-8324-7D847CA5E91B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8237010" y="2615733"/>
                          <a:ext cx="2888343" cy="434814"/>
                        </a:xfrm>
                        <a:prstGeom prst="rect">
                          <a:avLst/>
                        </a:prstGeom>
                        <a:blipFill>
                          <a:blip r:embed="rId14"/>
                          <a:stretch>
                            <a:fillRect t="-4444" b="-15556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cxnSp>
                  <p:nvCxnSpPr>
                    <p:cNvPr id="38" name="Straight Arrow Connector 37">
                      <a:extLst>
                        <a:ext uri="{FF2B5EF4-FFF2-40B4-BE49-F238E27FC236}">
                          <a16:creationId xmlns:a16="http://schemas.microsoft.com/office/drawing/2014/main" id="{77739569-EA9A-B4B3-2436-D05F68455DC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478918" y="2810290"/>
                      <a:ext cx="806833" cy="0"/>
                    </a:xfrm>
                    <a:prstGeom prst="straightConnector1">
                      <a:avLst/>
                    </a:prstGeom>
                    <a:ln w="31750">
                      <a:solidFill>
                        <a:schemeClr val="accent1"/>
                      </a:solidFill>
                      <a:miter lim="800000"/>
                      <a:tailEnd type="triangle" w="med" len="lg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32" name="Group 31">
                    <a:extLst>
                      <a:ext uri="{FF2B5EF4-FFF2-40B4-BE49-F238E27FC236}">
                        <a16:creationId xmlns:a16="http://schemas.microsoft.com/office/drawing/2014/main" id="{B2F0BAB8-98E4-36A5-9FF3-6A98C32025F2}"/>
                      </a:ext>
                    </a:extLst>
                  </p:cNvPr>
                  <p:cNvGrpSpPr/>
                  <p:nvPr/>
                </p:nvGrpSpPr>
                <p:grpSpPr>
                  <a:xfrm>
                    <a:off x="11841083" y="17416814"/>
                    <a:ext cx="3229206" cy="434814"/>
                    <a:chOff x="10811975" y="2590260"/>
                    <a:chExt cx="3229206" cy="434814"/>
                  </a:xfrm>
                </p:grpSpPr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35" name="TextBox 34">
                          <a:extLst>
                            <a:ext uri="{FF2B5EF4-FFF2-40B4-BE49-F238E27FC236}">
                              <a16:creationId xmlns:a16="http://schemas.microsoft.com/office/drawing/2014/main" id="{5A951663-5CD3-AB6C-E656-3D5863E6E737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1477875" y="2590260"/>
                          <a:ext cx="2563306" cy="43481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>
                          <a:spAutoFit/>
                        </a:bodyPr>
                        <a:lstStyle/>
                        <a:p>
                          <a:pPr algn="ctr"/>
                          <a:r>
                            <a:rPr lang="en-US" sz="1200" dirty="0">
                              <a:latin typeface="Helvetica" panose="020B0604020202020204" pitchFamily="34" charset="0"/>
                            </a:rPr>
                            <a:t>Ego Actual</a:t>
                          </a:r>
                          <a:r>
                            <a:rPr lang="en-US" sz="1200" dirty="0">
                              <a:solidFill>
                                <a:schemeClr val="tx1"/>
                              </a:solidFill>
                              <a:latin typeface="Helvetica" panose="020B060402020202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2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oMath>
                          </a14:m>
                          <a:endParaRPr lang="en-US" sz="1200" dirty="0">
                            <a:solidFill>
                              <a:schemeClr val="tx1"/>
                            </a:solidFill>
                            <a:latin typeface="Helvetica" panose="020B0604020202020204" pitchFamily="34" charset="0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178" name="TextBox 177">
                          <a:extLst>
                            <a:ext uri="{FF2B5EF4-FFF2-40B4-BE49-F238E27FC236}">
                              <a16:creationId xmlns:a16="http://schemas.microsoft.com/office/drawing/2014/main" id="{8DC35A87-C120-4030-ACF3-183983151BED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1477875" y="2590260"/>
                          <a:ext cx="2563306" cy="434814"/>
                        </a:xfrm>
                        <a:prstGeom prst="rect">
                          <a:avLst/>
                        </a:prstGeom>
                        <a:blipFill>
                          <a:blip r:embed="rId15"/>
                          <a:stretch>
                            <a:fillRect t="-4444" b="-15556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cxnSp>
                  <p:nvCxnSpPr>
                    <p:cNvPr id="36" name="Straight Arrow Connector 35">
                      <a:extLst>
                        <a:ext uri="{FF2B5EF4-FFF2-40B4-BE49-F238E27FC236}">
                          <a16:creationId xmlns:a16="http://schemas.microsoft.com/office/drawing/2014/main" id="{9BAD4D51-CE01-4660-24A0-E9EFDAEE8C3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0811975" y="2810290"/>
                      <a:ext cx="808970" cy="0"/>
                    </a:xfrm>
                    <a:prstGeom prst="straightConnector1">
                      <a:avLst/>
                    </a:prstGeom>
                    <a:ln w="31750">
                      <a:solidFill>
                        <a:schemeClr val="accent6"/>
                      </a:solidFill>
                      <a:miter lim="800000"/>
                      <a:headEnd type="triangle" w="med" len="lg"/>
                      <a:tailEnd type="none" w="med" len="lg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29597C6C-D3BD-70F1-B7B1-4551BBBF3325}"/>
                      </a:ext>
                    </a:extLst>
                  </p:cNvPr>
                  <p:cNvSpPr txBox="1"/>
                  <p:nvPr/>
                </p:nvSpPr>
                <p:spPr>
                  <a:xfrm>
                    <a:off x="1607871" y="17422256"/>
                    <a:ext cx="2447924" cy="43481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1200" dirty="0">
                        <a:latin typeface="Helvetica" panose="020B0604020202020204" pitchFamily="34" charset="0"/>
                      </a:rPr>
                      <a:t>Real-Sim Interface</a:t>
                    </a:r>
                  </a:p>
                </p:txBody>
              </p:sp>
              <p:sp>
                <p:nvSpPr>
                  <p:cNvPr id="34" name="Rectangle 33">
                    <a:extLst>
                      <a:ext uri="{FF2B5EF4-FFF2-40B4-BE49-F238E27FC236}">
                        <a16:creationId xmlns:a16="http://schemas.microsoft.com/office/drawing/2014/main" id="{223D44E6-EAD0-7327-BBE4-92D317772350}"/>
                      </a:ext>
                    </a:extLst>
                  </p:cNvPr>
                  <p:cNvSpPr/>
                  <p:nvPr/>
                </p:nvSpPr>
                <p:spPr>
                  <a:xfrm>
                    <a:off x="961229" y="17436269"/>
                    <a:ext cx="599016" cy="370708"/>
                  </a:xfrm>
                  <a:prstGeom prst="rect">
                    <a:avLst/>
                  </a:prstGeom>
                  <a:solidFill>
                    <a:schemeClr val="accent2">
                      <a:lumMod val="40000"/>
                      <a:lumOff val="60000"/>
                    </a:schemeClr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3"/>
                  </a:lnRef>
                  <a:fillRef idx="1">
                    <a:schemeClr val="lt1"/>
                  </a:fillRef>
                  <a:effectRef idx="0">
                    <a:schemeClr val="accent3"/>
                  </a:effectRef>
                  <a:fontRef idx="minor">
                    <a:schemeClr val="dk1"/>
                  </a:fontRef>
                </p:style>
                <p:txBody>
                  <a:bodyPr rot="0" spcFirstLastPara="0" vertOverflow="overflow" horzOverflow="overflow" vert="horz" wrap="square" lIns="0" tIns="274320" rIns="0" bIns="2743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90000"/>
                      </a:lnSpc>
                    </a:pPr>
                    <a:endParaRPr lang="en-US" sz="1400" dirty="0">
                      <a:solidFill>
                        <a:schemeClr val="tx1"/>
                      </a:solidFill>
                      <a:latin typeface="Helvetica" panose="020B0604020202020204" pitchFamily="34" charset="0"/>
                    </a:endParaRPr>
                  </a:p>
                </p:txBody>
              </p:sp>
            </p:grpSp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A0943003-671C-10B6-B7BD-4D6DB33981D9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757970" y="835743"/>
                <a:ext cx="5709017" cy="1734657"/>
                <a:chOff x="1757970" y="1163790"/>
                <a:chExt cx="5709017" cy="1734657"/>
              </a:xfrm>
            </p:grpSpPr>
            <p:grpSp>
              <p:nvGrpSpPr>
                <p:cNvPr id="63" name="Group 62">
                  <a:extLst>
                    <a:ext uri="{FF2B5EF4-FFF2-40B4-BE49-F238E27FC236}">
                      <a16:creationId xmlns:a16="http://schemas.microsoft.com/office/drawing/2014/main" id="{25771AB8-DAFB-39EF-B857-69A293F78262}"/>
                    </a:ext>
                  </a:extLst>
                </p:cNvPr>
                <p:cNvGrpSpPr/>
                <p:nvPr/>
              </p:nvGrpSpPr>
              <p:grpSpPr>
                <a:xfrm>
                  <a:off x="3054756" y="1163790"/>
                  <a:ext cx="1884270" cy="1110633"/>
                  <a:chOff x="7239000" y="8286750"/>
                  <a:chExt cx="2957796" cy="1743395"/>
                </a:xfrm>
              </p:grpSpPr>
              <p:grpSp>
                <p:nvGrpSpPr>
                  <p:cNvPr id="74" name="Group 73">
                    <a:extLst>
                      <a:ext uri="{FF2B5EF4-FFF2-40B4-BE49-F238E27FC236}">
                        <a16:creationId xmlns:a16="http://schemas.microsoft.com/office/drawing/2014/main" id="{7367C2EC-DB5A-6129-B941-4E254BB31ECA}"/>
                      </a:ext>
                    </a:extLst>
                  </p:cNvPr>
                  <p:cNvGrpSpPr/>
                  <p:nvPr/>
                </p:nvGrpSpPr>
                <p:grpSpPr>
                  <a:xfrm>
                    <a:off x="7239000" y="8286750"/>
                    <a:ext cx="2957796" cy="1743395"/>
                    <a:chOff x="9375297" y="3672836"/>
                    <a:chExt cx="2957796" cy="1743395"/>
                  </a:xfrm>
                </p:grpSpPr>
                <p:sp>
                  <p:nvSpPr>
                    <p:cNvPr id="77" name="Rectangle 76">
                      <a:extLst>
                        <a:ext uri="{FF2B5EF4-FFF2-40B4-BE49-F238E27FC236}">
                          <a16:creationId xmlns:a16="http://schemas.microsoft.com/office/drawing/2014/main" id="{2BAD45EC-1C38-577F-1289-5152BEACAA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75297" y="3672836"/>
                      <a:ext cx="2957796" cy="1743395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3"/>
                    </a:lnRef>
                    <a:fillRef idx="1">
                      <a:schemeClr val="lt1"/>
                    </a:fillRef>
                    <a:effectRef idx="0">
                      <a:schemeClr val="accent3"/>
                    </a:effectRef>
                    <a:fontRef idx="minor">
                      <a:schemeClr val="dk1"/>
                    </a:fontRef>
                  </p:style>
                  <p:txBody>
                    <a:bodyPr rot="0" spcFirstLastPara="0" vertOverflow="overflow" horzOverflow="overflow" vert="horz" wrap="square" lIns="0" tIns="45720" rIns="0" bIns="2743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rPr>
                        <a:t>Vehicle Simulator</a:t>
                      </a:r>
                    </a:p>
                  </p:txBody>
                </p:sp>
                <p:sp>
                  <p:nvSpPr>
                    <p:cNvPr id="78" name="Rectangle 77">
                      <a:extLst>
                        <a:ext uri="{FF2B5EF4-FFF2-40B4-BE49-F238E27FC236}">
                          <a16:creationId xmlns:a16="http://schemas.microsoft.com/office/drawing/2014/main" id="{AF15DA8C-EB39-CD34-6D75-808A4D0ECA7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915982" y="4701406"/>
                      <a:ext cx="1914130" cy="580978"/>
                    </a:xfrm>
                    <a:prstGeom prst="rect">
                      <a:avLst/>
                    </a:prstGeom>
                    <a:solidFill>
                      <a:schemeClr val="accent2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3"/>
                    </a:lnRef>
                    <a:fillRef idx="1">
                      <a:schemeClr val="lt1"/>
                    </a:fillRef>
                    <a:effectRef idx="0">
                      <a:schemeClr val="accent3"/>
                    </a:effectRef>
                    <a:fontRef idx="minor">
                      <a:schemeClr val="dk1"/>
                    </a:fontRef>
                  </p:style>
                  <p:txBody>
                    <a:bodyPr rot="0" spcFirstLastPara="0" vertOverflow="overflow" horzOverflow="overflow" vert="horz" wrap="square" lIns="0" tIns="274320" rIns="0" bIns="2743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rPr>
                        <a:t>FIXS Liaison</a:t>
                      </a:r>
                    </a:p>
                  </p:txBody>
                </p:sp>
              </p:grpSp>
              <p:pic>
                <p:nvPicPr>
                  <p:cNvPr id="75" name="Picture 74">
                    <a:extLst>
                      <a:ext uri="{FF2B5EF4-FFF2-40B4-BE49-F238E27FC236}">
                        <a16:creationId xmlns:a16="http://schemas.microsoft.com/office/drawing/2014/main" id="{F5FC3F53-6476-E765-A2C6-86A5865470A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16" cstate="print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rcRect/>
                  <a:stretch/>
                </p:blipFill>
                <p:spPr>
                  <a:xfrm>
                    <a:off x="8601631" y="8727634"/>
                    <a:ext cx="1299554" cy="447528"/>
                  </a:xfrm>
                  <a:prstGeom prst="rect">
                    <a:avLst/>
                  </a:prstGeom>
                </p:spPr>
              </p:pic>
              <p:pic>
                <p:nvPicPr>
                  <p:cNvPr id="76" name="Picture 4" descr="Image result for carla simulator logo">
                    <a:extLst>
                      <a:ext uri="{FF2B5EF4-FFF2-40B4-BE49-F238E27FC236}">
                        <a16:creationId xmlns:a16="http://schemas.microsoft.com/office/drawing/2014/main" id="{BDF01384-24B7-EC7C-51AE-DB76D54F0C1E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7" cstate="print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7868920" y="8697073"/>
                    <a:ext cx="531503" cy="553622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7887DA1F-CC57-BFC6-FD0B-A60E298B9EF2}"/>
                    </a:ext>
                  </a:extLst>
                </p:cNvPr>
                <p:cNvSpPr/>
                <p:nvPr/>
              </p:nvSpPr>
              <p:spPr>
                <a:xfrm>
                  <a:off x="5141869" y="1175925"/>
                  <a:ext cx="1772085" cy="11164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0" tIns="45720" rIns="0" bIns="2743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sz="1400" b="1" dirty="0">
                      <a:solidFill>
                        <a:schemeClr val="tx1"/>
                      </a:solidFill>
                      <a:latin typeface="Helvetica" panose="020B0604020202020204" pitchFamily="34" charset="0"/>
                    </a:rPr>
                    <a:t>3D Digital Twin</a:t>
                  </a:r>
                </a:p>
              </p:txBody>
            </p:sp>
            <p:cxnSp>
              <p:nvCxnSpPr>
                <p:cNvPr id="65" name="Connector: Elbow 64">
                  <a:extLst>
                    <a:ext uri="{FF2B5EF4-FFF2-40B4-BE49-F238E27FC236}">
                      <a16:creationId xmlns:a16="http://schemas.microsoft.com/office/drawing/2014/main" id="{70C6B6B4-2D2A-8626-6C44-38FD3B69E474}"/>
                    </a:ext>
                  </a:extLst>
                </p:cNvPr>
                <p:cNvCxnSpPr>
                  <a:cxnSpLocks/>
                  <a:stCxn id="78" idx="1"/>
                  <a:endCxn id="5" idx="0"/>
                </p:cNvCxnSpPr>
                <p:nvPr/>
              </p:nvCxnSpPr>
              <p:spPr>
                <a:xfrm rot="10800000" flipV="1">
                  <a:off x="1757970" y="2004099"/>
                  <a:ext cx="1641230" cy="570596"/>
                </a:xfrm>
                <a:prstGeom prst="bentConnector2">
                  <a:avLst/>
                </a:prstGeom>
                <a:ln w="19050">
                  <a:solidFill>
                    <a:schemeClr val="tx1"/>
                  </a:solidFill>
                  <a:miter lim="800000"/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Connector: Elbow 65">
                  <a:extLst>
                    <a:ext uri="{FF2B5EF4-FFF2-40B4-BE49-F238E27FC236}">
                      <a16:creationId xmlns:a16="http://schemas.microsoft.com/office/drawing/2014/main" id="{BEB35209-404B-26A4-A205-01AEE9790398}"/>
                    </a:ext>
                  </a:extLst>
                </p:cNvPr>
                <p:cNvCxnSpPr>
                  <a:cxnSpLocks/>
                  <a:stCxn id="78" idx="2"/>
                  <a:endCxn id="42" idx="0"/>
                </p:cNvCxnSpPr>
                <p:nvPr/>
              </p:nvCxnSpPr>
              <p:spPr>
                <a:xfrm rot="16200000" flipH="1">
                  <a:off x="5383297" y="814757"/>
                  <a:ext cx="709293" cy="3458087"/>
                </a:xfrm>
                <a:prstGeom prst="bentConnector3">
                  <a:avLst>
                    <a:gd name="adj1" fmla="val 36945"/>
                  </a:avLst>
                </a:prstGeom>
                <a:ln w="19050">
                  <a:solidFill>
                    <a:schemeClr val="accent6"/>
                  </a:solidFill>
                  <a:miter lim="800000"/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Arrow Connector 66">
                  <a:extLst>
                    <a:ext uri="{FF2B5EF4-FFF2-40B4-BE49-F238E27FC236}">
                      <a16:creationId xmlns:a16="http://schemas.microsoft.com/office/drawing/2014/main" id="{105E2526-3B60-AD04-0DEF-87485C3AD4FB}"/>
                    </a:ext>
                  </a:extLst>
                </p:cNvPr>
                <p:cNvCxnSpPr>
                  <a:cxnSpLocks/>
                  <a:stCxn id="77" idx="3"/>
                </p:cNvCxnSpPr>
                <p:nvPr/>
              </p:nvCxnSpPr>
              <p:spPr>
                <a:xfrm>
                  <a:off x="4939026" y="1719107"/>
                  <a:ext cx="227366" cy="0"/>
                </a:xfrm>
                <a:prstGeom prst="straightConnector1">
                  <a:avLst/>
                </a:prstGeom>
                <a:ln w="31750">
                  <a:solidFill>
                    <a:schemeClr val="bg1">
                      <a:lumMod val="50000"/>
                    </a:schemeClr>
                  </a:solidFill>
                  <a:miter lim="800000"/>
                  <a:tailEnd type="triangl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68" name="Picture 67">
                  <a:extLst>
                    <a:ext uri="{FF2B5EF4-FFF2-40B4-BE49-F238E27FC236}">
                      <a16:creationId xmlns:a16="http://schemas.microsoft.com/office/drawing/2014/main" id="{05AFE744-DC81-790D-6A50-41FED1160E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8"/>
                <a:srcRect l="53767" t="16131" r="1150" b="2430"/>
                <a:stretch/>
              </p:blipFill>
              <p:spPr>
                <a:xfrm>
                  <a:off x="5358139" y="1430779"/>
                  <a:ext cx="1332515" cy="805140"/>
                </a:xfrm>
                <a:prstGeom prst="rect">
                  <a:avLst/>
                </a:prstGeom>
              </p:spPr>
            </p:pic>
            <p:grpSp>
              <p:nvGrpSpPr>
                <p:cNvPr id="69" name="Group 68">
                  <a:extLst>
                    <a:ext uri="{FF2B5EF4-FFF2-40B4-BE49-F238E27FC236}">
                      <a16:creationId xmlns:a16="http://schemas.microsoft.com/office/drawing/2014/main" id="{F846D109-F3AC-0777-080E-AF44CA4B93A1}"/>
                    </a:ext>
                  </a:extLst>
                </p:cNvPr>
                <p:cNvGrpSpPr/>
                <p:nvPr/>
              </p:nvGrpSpPr>
              <p:grpSpPr>
                <a:xfrm>
                  <a:off x="6248785" y="1970322"/>
                  <a:ext cx="193849" cy="243437"/>
                  <a:chOff x="5821377" y="6598805"/>
                  <a:chExt cx="288793" cy="322768"/>
                </a:xfrm>
                <a:solidFill>
                  <a:schemeClr val="bg1"/>
                </a:solidFill>
              </p:grpSpPr>
              <p:pic>
                <p:nvPicPr>
                  <p:cNvPr id="72" name="Picture 20" descr="Unity (game engine) - Simple English Wikipedia, the free encyclopedia">
                    <a:extLst>
                      <a:ext uri="{FF2B5EF4-FFF2-40B4-BE49-F238E27FC236}">
                        <a16:creationId xmlns:a16="http://schemas.microsoft.com/office/drawing/2014/main" id="{D43FCFDD-1CDA-9B41-A3FB-93A5F6514A54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1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r="60811" b="1572"/>
                  <a:stretch/>
                </p:blipFill>
                <p:spPr bwMode="auto">
                  <a:xfrm>
                    <a:off x="5841402" y="6598805"/>
                    <a:ext cx="186507" cy="170393"/>
                  </a:xfrm>
                  <a:prstGeom prst="rect">
                    <a:avLst/>
                  </a:prstGeom>
                  <a:grpFill/>
                </p:spPr>
              </p:pic>
              <p:pic>
                <p:nvPicPr>
                  <p:cNvPr id="73" name="Picture 20" descr="Unity (game engine) - Simple English Wikipedia, the free encyclopedia">
                    <a:extLst>
                      <a:ext uri="{FF2B5EF4-FFF2-40B4-BE49-F238E27FC236}">
                        <a16:creationId xmlns:a16="http://schemas.microsoft.com/office/drawing/2014/main" id="{17A22BC8-FE95-BCE5-D571-ABE13F892864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1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39319"/>
                  <a:stretch/>
                </p:blipFill>
                <p:spPr bwMode="auto">
                  <a:xfrm>
                    <a:off x="5821377" y="6748459"/>
                    <a:ext cx="288793" cy="173114"/>
                  </a:xfrm>
                  <a:prstGeom prst="rect">
                    <a:avLst/>
                  </a:prstGeom>
                  <a:grpFill/>
                </p:spPr>
              </p:pic>
            </p:grpSp>
            <p:pic>
              <p:nvPicPr>
                <p:cNvPr id="70" name="Picture 2" descr="unigine.com/images/company/brand-assets/logo_ve...">
                  <a:extLst>
                    <a:ext uri="{FF2B5EF4-FFF2-40B4-BE49-F238E27FC236}">
                      <a16:creationId xmlns:a16="http://schemas.microsoft.com/office/drawing/2014/main" id="{AE310F1F-A68A-35E5-43D0-E33BF68CA4A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1683" t="13461" r="20891" b="22308"/>
                <a:stretch/>
              </p:blipFill>
              <p:spPr bwMode="auto">
                <a:xfrm>
                  <a:off x="5544159" y="1987845"/>
                  <a:ext cx="336068" cy="19352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71" name="Picture 10">
                  <a:extLst>
                    <a:ext uri="{FF2B5EF4-FFF2-40B4-BE49-F238E27FC236}">
                      <a16:creationId xmlns:a16="http://schemas.microsoft.com/office/drawing/2014/main" id="{64F3684B-5A38-1C97-5F08-45D6CB70333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938166" y="1971888"/>
                  <a:ext cx="241596" cy="250888"/>
                </a:xfrm>
                <a:prstGeom prst="rect">
                  <a:avLst/>
                </a:prstGeom>
                <a:solidFill>
                  <a:schemeClr val="bg1"/>
                </a:solidFill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3154278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" name="Group 170">
            <a:extLst>
              <a:ext uri="{FF2B5EF4-FFF2-40B4-BE49-F238E27FC236}">
                <a16:creationId xmlns:a16="http://schemas.microsoft.com/office/drawing/2014/main" id="{A91C01FB-AADA-C797-25EA-AE89C361D468}"/>
              </a:ext>
            </a:extLst>
          </p:cNvPr>
          <p:cNvGrpSpPr/>
          <p:nvPr/>
        </p:nvGrpSpPr>
        <p:grpSpPr>
          <a:xfrm>
            <a:off x="461108" y="1508366"/>
            <a:ext cx="11660554" cy="3852984"/>
            <a:chOff x="461108" y="1508366"/>
            <a:chExt cx="11660554" cy="3852984"/>
          </a:xfrm>
        </p:grpSpPr>
        <p:grpSp>
          <p:nvGrpSpPr>
            <p:cNvPr id="169" name="Group 168">
              <a:extLst>
                <a:ext uri="{FF2B5EF4-FFF2-40B4-BE49-F238E27FC236}">
                  <a16:creationId xmlns:a16="http://schemas.microsoft.com/office/drawing/2014/main" id="{E4572457-E30A-818E-6CC3-303571C6D3E0}"/>
                </a:ext>
              </a:extLst>
            </p:cNvPr>
            <p:cNvGrpSpPr/>
            <p:nvPr/>
          </p:nvGrpSpPr>
          <p:grpSpPr>
            <a:xfrm>
              <a:off x="461108" y="1508366"/>
              <a:ext cx="11660554" cy="3852984"/>
              <a:chOff x="461108" y="1508366"/>
              <a:chExt cx="11660554" cy="3852984"/>
            </a:xfrm>
          </p:grpSpPr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C238AAF0-B7FD-D34E-066B-0543495C429D}"/>
                  </a:ext>
                </a:extLst>
              </p:cNvPr>
              <p:cNvSpPr txBox="1"/>
              <p:nvPr/>
            </p:nvSpPr>
            <p:spPr>
              <a:xfrm>
                <a:off x="461108" y="1508366"/>
                <a:ext cx="11660554" cy="38529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endParaRPr lang="en-US" dirty="0">
                  <a:latin typeface="+mn-lt"/>
                </a:endParaRPr>
              </a:p>
            </p:txBody>
          </p: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A8AC94CD-D9A5-9551-962E-B943609615D6}"/>
                  </a:ext>
                </a:extLst>
              </p:cNvPr>
              <p:cNvGrpSpPr/>
              <p:nvPr/>
            </p:nvGrpSpPr>
            <p:grpSpPr>
              <a:xfrm>
                <a:off x="479196" y="1556120"/>
                <a:ext cx="11634650" cy="3764425"/>
                <a:chOff x="462100" y="602643"/>
                <a:chExt cx="11634650" cy="3764425"/>
              </a:xfrm>
              <a:solidFill>
                <a:schemeClr val="bg1"/>
              </a:solidFill>
            </p:grpSpPr>
            <p:sp>
              <p:nvSpPr>
                <p:cNvPr id="67" name="Arrow: Right 66">
                  <a:extLst>
                    <a:ext uri="{FF2B5EF4-FFF2-40B4-BE49-F238E27FC236}">
                      <a16:creationId xmlns:a16="http://schemas.microsoft.com/office/drawing/2014/main" id="{81339B35-4344-9DB3-3CB1-3BAD6AC38C38}"/>
                    </a:ext>
                  </a:extLst>
                </p:cNvPr>
                <p:cNvSpPr/>
                <p:nvPr/>
              </p:nvSpPr>
              <p:spPr>
                <a:xfrm>
                  <a:off x="6128670" y="2403867"/>
                  <a:ext cx="478837" cy="520626"/>
                </a:xfrm>
                <a:prstGeom prst="rightArrow">
                  <a:avLst/>
                </a:prstGeom>
                <a:grpFill/>
                <a:ln w="38100">
                  <a:noFill/>
                  <a:miter lim="800000"/>
                </a:ln>
                <a:effectLst/>
                <a:scene3d>
                  <a:camera prst="orthographicFront">
                    <a:rot lat="0" lon="0" rev="0"/>
                  </a:camera>
                  <a:lightRig rig="threePt" dir="t">
                    <a:rot lat="0" lon="0" rev="1200000"/>
                  </a:lightRig>
                </a:scene3d>
                <a:sp3d/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</a:pPr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84" name="Group 83">
                  <a:extLst>
                    <a:ext uri="{FF2B5EF4-FFF2-40B4-BE49-F238E27FC236}">
                      <a16:creationId xmlns:a16="http://schemas.microsoft.com/office/drawing/2014/main" id="{94BEB884-CC64-CAB6-1104-358D01951E5A}"/>
                    </a:ext>
                  </a:extLst>
                </p:cNvPr>
                <p:cNvGrpSpPr/>
                <p:nvPr/>
              </p:nvGrpSpPr>
              <p:grpSpPr>
                <a:xfrm>
                  <a:off x="462100" y="1464317"/>
                  <a:ext cx="5505405" cy="2897237"/>
                  <a:chOff x="462100" y="1464317"/>
                  <a:chExt cx="5505405" cy="2897237"/>
                </a:xfrm>
                <a:grpFill/>
              </p:grpSpPr>
              <p:cxnSp>
                <p:nvCxnSpPr>
                  <p:cNvPr id="4" name="Straight Arrow Connector 3">
                    <a:extLst>
                      <a:ext uri="{FF2B5EF4-FFF2-40B4-BE49-F238E27FC236}">
                        <a16:creationId xmlns:a16="http://schemas.microsoft.com/office/drawing/2014/main" id="{E809340A-9DA9-D316-0A38-64EC7B7A36B2}"/>
                      </a:ext>
                    </a:extLst>
                  </p:cNvPr>
                  <p:cNvCxnSpPr>
                    <a:cxnSpLocks/>
                    <a:stCxn id="37" idx="1"/>
                    <a:endCxn id="39" idx="3"/>
                  </p:cNvCxnSpPr>
                  <p:nvPr/>
                </p:nvCxnSpPr>
                <p:spPr>
                  <a:xfrm flipH="1" flipV="1">
                    <a:off x="1873771" y="1913015"/>
                    <a:ext cx="2842002" cy="1722215"/>
                  </a:xfrm>
                  <a:prstGeom prst="straightConnector1">
                    <a:avLst/>
                  </a:prstGeom>
                  <a:grpFill/>
                  <a:ln w="25400">
                    <a:solidFill>
                      <a:schemeClr val="tx1">
                        <a:lumMod val="75000"/>
                        <a:lumOff val="25000"/>
                      </a:schemeClr>
                    </a:solidFill>
                    <a:miter lim="800000"/>
                    <a:headEnd type="triangle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5" name="Group 4">
                    <a:extLst>
                      <a:ext uri="{FF2B5EF4-FFF2-40B4-BE49-F238E27FC236}">
                        <a16:creationId xmlns:a16="http://schemas.microsoft.com/office/drawing/2014/main" id="{2CC3B7D2-474F-88F6-4388-F061B3AD3A58}"/>
                      </a:ext>
                    </a:extLst>
                  </p:cNvPr>
                  <p:cNvGrpSpPr/>
                  <p:nvPr/>
                </p:nvGrpSpPr>
                <p:grpSpPr>
                  <a:xfrm>
                    <a:off x="2762696" y="3303481"/>
                    <a:ext cx="1249211" cy="529945"/>
                    <a:chOff x="5421618" y="6086007"/>
                    <a:chExt cx="1249211" cy="529945"/>
                  </a:xfrm>
                  <a:grpFill/>
                </p:grpSpPr>
                <p:sp>
                  <p:nvSpPr>
                    <p:cNvPr id="43" name="Rectangle 42">
                      <a:extLst>
                        <a:ext uri="{FF2B5EF4-FFF2-40B4-BE49-F238E27FC236}">
                          <a16:creationId xmlns:a16="http://schemas.microsoft.com/office/drawing/2014/main" id="{C43DE669-EFC0-19DB-E8CD-0C4D940DE6A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21618" y="6086007"/>
                      <a:ext cx="1249211" cy="529945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chemeClr val="bg1">
                          <a:lumMod val="65000"/>
                        </a:schemeClr>
                      </a:solidFill>
                      <a:miter lim="800000"/>
                    </a:ln>
                    <a:effectLst/>
                    <a:scene3d>
                      <a:camera prst="orthographicFront">
                        <a:rot lat="0" lon="0" rev="0"/>
                      </a:camera>
                      <a:lightRig rig="threePt" dir="t">
                        <a:rot lat="0" lon="0" rev="1200000"/>
                      </a:lightRig>
                    </a:scene3d>
                    <a:sp3d/>
                  </p:spPr>
                  <p:style>
                    <a:lnRef idx="0">
                      <a:schemeClr val="accent1"/>
                    </a:lnRef>
                    <a:fillRef idx="3">
                      <a:schemeClr val="accent1"/>
                    </a:fillRef>
                    <a:effectRef idx="3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>
                        <a:lnSpc>
                          <a:spcPct val="90000"/>
                        </a:lnSpc>
                      </a:pPr>
                      <a:endParaRPr 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  <p:pic>
                  <p:nvPicPr>
                    <p:cNvPr id="44" name="Picture 2" descr="About MATLAB and Simulink - Matlab &amp; Simulink - MATLAB &amp; Simulink -  İstanbul Okan Üniversitesi">
                      <a:extLst>
                        <a:ext uri="{FF2B5EF4-FFF2-40B4-BE49-F238E27FC236}">
                          <a16:creationId xmlns:a16="http://schemas.microsoft.com/office/drawing/2014/main" id="{80112402-163B-83D8-202B-E1AEA9C15106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248" t="14585" r="7587" b="10719"/>
                    <a:stretch/>
                  </p:blipFill>
                  <p:spPr bwMode="auto">
                    <a:xfrm>
                      <a:off x="5493829" y="6152986"/>
                      <a:ext cx="1122759" cy="384415"/>
                    </a:xfrm>
                    <a:prstGeom prst="rect">
                      <a:avLst/>
                    </a:prstGeom>
                    <a:grpFill/>
                  </p:spPr>
                </p:pic>
              </p:grpSp>
              <p:grpSp>
                <p:nvGrpSpPr>
                  <p:cNvPr id="6" name="Group 5">
                    <a:extLst>
                      <a:ext uri="{FF2B5EF4-FFF2-40B4-BE49-F238E27FC236}">
                        <a16:creationId xmlns:a16="http://schemas.microsoft.com/office/drawing/2014/main" id="{5D75D773-C48A-1B1D-40A3-ED529FDDC108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534095" y="2976007"/>
                    <a:ext cx="1337634" cy="821003"/>
                    <a:chOff x="599646" y="4528230"/>
                    <a:chExt cx="2286000" cy="1403084"/>
                  </a:xfrm>
                  <a:grpFill/>
                </p:grpSpPr>
                <p:pic>
                  <p:nvPicPr>
                    <p:cNvPr id="41" name="Picture 40">
                      <a:extLst>
                        <a:ext uri="{FF2B5EF4-FFF2-40B4-BE49-F238E27FC236}">
                          <a16:creationId xmlns:a16="http://schemas.microsoft.com/office/drawing/2014/main" id="{6D839268-04E2-98A9-8414-41AD5530E0C7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 cstate="print">
                      <a:extLst>
                        <a:ext uri="{28A0092B-C50C-407E-A947-70E740481C1C}">
                          <a14:useLocalDpi xmlns:a14="http://schemas.microsoft.com/office/drawing/2010/main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99646" y="4528230"/>
                      <a:ext cx="2286000" cy="1403084"/>
                    </a:xfrm>
                    <a:prstGeom prst="rect">
                      <a:avLst/>
                    </a:prstGeom>
                    <a:grpFill/>
                  </p:spPr>
                </p:pic>
                <p:pic>
                  <p:nvPicPr>
                    <p:cNvPr id="42" name="Picture 2" descr="PTV Vissim | CIVITAS">
                      <a:extLst>
                        <a:ext uri="{FF2B5EF4-FFF2-40B4-BE49-F238E27FC236}">
                          <a16:creationId xmlns:a16="http://schemas.microsoft.com/office/drawing/2014/main" id="{F979DA44-78DB-DA7A-2B23-90ED6B7ED080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4" cstate="hqprint">
                      <a:extLst>
                        <a:ext uri="{28A0092B-C50C-407E-A947-70E740481C1C}">
                          <a14:useLocalDpi xmlns:a14="http://schemas.microsoft.com/office/drawing/2010/main"/>
                        </a:ext>
                      </a:extLst>
                    </a:blip>
                    <a:srcRect/>
                    <a:stretch/>
                  </p:blipFill>
                  <p:spPr bwMode="auto">
                    <a:xfrm>
                      <a:off x="958859" y="5014347"/>
                      <a:ext cx="1567574" cy="460215"/>
                    </a:xfrm>
                    <a:prstGeom prst="rect">
                      <a:avLst/>
                    </a:prstGeom>
                    <a:grpFill/>
                  </p:spPr>
                </p:pic>
              </p:grpSp>
              <p:grpSp>
                <p:nvGrpSpPr>
                  <p:cNvPr id="7" name="Group 6">
                    <a:extLst>
                      <a:ext uri="{FF2B5EF4-FFF2-40B4-BE49-F238E27FC236}">
                        <a16:creationId xmlns:a16="http://schemas.microsoft.com/office/drawing/2014/main" id="{96809967-7D66-71C0-A090-AD5D41E2B0C6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592267" y="1552592"/>
                    <a:ext cx="1281504" cy="720846"/>
                    <a:chOff x="605838" y="1762388"/>
                    <a:chExt cx="2286000" cy="1285875"/>
                  </a:xfrm>
                  <a:grpFill/>
                </p:grpSpPr>
                <p:pic>
                  <p:nvPicPr>
                    <p:cNvPr id="39" name="Picture 4" descr="SUMO — a Traffic Simulator over the Cloud with Yonohub | by Ahmed Hendawy |  YonoHub | Medium">
                      <a:extLst>
                        <a:ext uri="{FF2B5EF4-FFF2-40B4-BE49-F238E27FC236}">
                          <a16:creationId xmlns:a16="http://schemas.microsoft.com/office/drawing/2014/main" id="{BDF36CBE-6FE5-966D-5CF3-DFF37863BE17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5" cstate="print">
                      <a:extLst>
                        <a:ext uri="{28A0092B-C50C-407E-A947-70E740481C1C}">
                          <a14:useLocalDpi xmlns:a14="http://schemas.microsoft.com/office/drawing/2010/main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605838" y="1762388"/>
                      <a:ext cx="2286000" cy="1285875"/>
                    </a:xfrm>
                    <a:prstGeom prst="rect">
                      <a:avLst/>
                    </a:prstGeom>
                    <a:grpFill/>
                  </p:spPr>
                </p:pic>
                <p:pic>
                  <p:nvPicPr>
                    <p:cNvPr id="40" name="Picture 39" descr="traffic · GitHub Topics · GitHub">
                      <a:extLst>
                        <a:ext uri="{FF2B5EF4-FFF2-40B4-BE49-F238E27FC236}">
                          <a16:creationId xmlns:a16="http://schemas.microsoft.com/office/drawing/2014/main" id="{A19BE905-F5FE-BC30-599A-4239E8E35AF7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6" cstate="print">
                      <a:extLst>
                        <a:ext uri="{28A0092B-C50C-407E-A947-70E740481C1C}">
                          <a14:useLocalDpi xmlns:a14="http://schemas.microsoft.com/office/drawing/2010/main"/>
                        </a:ext>
                      </a:extLst>
                    </a:blip>
                    <a:srcRect/>
                    <a:stretch/>
                  </p:blipFill>
                  <p:spPr bwMode="auto">
                    <a:xfrm>
                      <a:off x="1082358" y="2211840"/>
                      <a:ext cx="1320576" cy="457200"/>
                    </a:xfrm>
                    <a:prstGeom prst="rect">
                      <a:avLst/>
                    </a:prstGeom>
                    <a:grpFill/>
                  </p:spPr>
                </p:pic>
              </p:grpSp>
              <p:pic>
                <p:nvPicPr>
                  <p:cNvPr id="8" name="Picture 7" descr="A car parked inside a building&#10;&#10;Description automatically generated">
                    <a:extLst>
                      <a:ext uri="{FF2B5EF4-FFF2-40B4-BE49-F238E27FC236}">
                        <a16:creationId xmlns:a16="http://schemas.microsoft.com/office/drawing/2014/main" id="{8536EAE8-4DE3-EB96-C097-68C5E7BE6B3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7" cstate="print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rcRect/>
                  <a:stretch/>
                </p:blipFill>
                <p:spPr>
                  <a:xfrm>
                    <a:off x="4608807" y="1525507"/>
                    <a:ext cx="1358698" cy="668876"/>
                  </a:xfrm>
                  <a:prstGeom prst="rect">
                    <a:avLst/>
                  </a:prstGeom>
                  <a:grpFill/>
                </p:spPr>
              </p:pic>
              <p:cxnSp>
                <p:nvCxnSpPr>
                  <p:cNvPr id="9" name="Straight Arrow Connector 8">
                    <a:extLst>
                      <a:ext uri="{FF2B5EF4-FFF2-40B4-BE49-F238E27FC236}">
                        <a16:creationId xmlns:a16="http://schemas.microsoft.com/office/drawing/2014/main" id="{05113FAC-A4AA-AB3F-FB07-89F0CBEB73E0}"/>
                      </a:ext>
                    </a:extLst>
                  </p:cNvPr>
                  <p:cNvCxnSpPr>
                    <a:cxnSpLocks/>
                    <a:stCxn id="39" idx="3"/>
                    <a:endCxn id="12" idx="1"/>
                  </p:cNvCxnSpPr>
                  <p:nvPr/>
                </p:nvCxnSpPr>
                <p:spPr>
                  <a:xfrm>
                    <a:off x="1873771" y="1913015"/>
                    <a:ext cx="2757725" cy="838031"/>
                  </a:xfrm>
                  <a:prstGeom prst="straightConnector1">
                    <a:avLst/>
                  </a:prstGeom>
                  <a:grpFill/>
                  <a:ln w="25400">
                    <a:solidFill>
                      <a:schemeClr val="tx1">
                        <a:lumMod val="75000"/>
                        <a:lumOff val="25000"/>
                      </a:schemeClr>
                    </a:solidFill>
                    <a:miter lim="800000"/>
                    <a:headEnd type="triangle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0" name="Group 9">
                    <a:extLst>
                      <a:ext uri="{FF2B5EF4-FFF2-40B4-BE49-F238E27FC236}">
                        <a16:creationId xmlns:a16="http://schemas.microsoft.com/office/drawing/2014/main" id="{AE1E765E-E367-1DDA-9EA6-213DFFE1DBD1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4715773" y="3235714"/>
                    <a:ext cx="1088003" cy="640080"/>
                    <a:chOff x="9332295" y="5001396"/>
                    <a:chExt cx="2472595" cy="1454643"/>
                  </a:xfrm>
                  <a:grpFill/>
                </p:grpSpPr>
                <p:grpSp>
                  <p:nvGrpSpPr>
                    <p:cNvPr id="35" name="Group 34">
                      <a:extLst>
                        <a:ext uri="{FF2B5EF4-FFF2-40B4-BE49-F238E27FC236}">
                          <a16:creationId xmlns:a16="http://schemas.microsoft.com/office/drawing/2014/main" id="{EC22FF5C-4E5C-4275-A3BC-62047DAAD21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332295" y="5001396"/>
                      <a:ext cx="2472595" cy="1454643"/>
                      <a:chOff x="9332295" y="5001396"/>
                      <a:chExt cx="2472595" cy="1454643"/>
                    </a:xfrm>
                    <a:grpFill/>
                  </p:grpSpPr>
                  <p:pic>
                    <p:nvPicPr>
                      <p:cNvPr id="37" name="Picture 2" descr="Image result for Opal rt">
                        <a:extLst>
                          <a:ext uri="{FF2B5EF4-FFF2-40B4-BE49-F238E27FC236}">
                            <a16:creationId xmlns:a16="http://schemas.microsoft.com/office/drawing/2014/main" id="{4A1F328E-EE40-FD71-2E81-0F6C334AA8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32295" y="5478947"/>
                        <a:ext cx="1687390" cy="860797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38" name="Picture 37" descr="A picture containing text, indoor, wall&#10;&#10;Description automatically generated">
                        <a:extLst>
                          <a:ext uri="{FF2B5EF4-FFF2-40B4-BE49-F238E27FC236}">
                            <a16:creationId xmlns:a16="http://schemas.microsoft.com/office/drawing/2014/main" id="{A4D5C96F-AED2-5CC4-878F-6E2C89CFC6FF}"/>
                          </a:ext>
                        </a:extLst>
                      </p:cNvPr>
                      <p:cNvPicPr>
                        <a:picLocks/>
                      </p:cNvPicPr>
                      <p:nvPr/>
                    </p:nvPicPr>
                    <p:blipFill rotWithShape="1">
                      <a:blip r:embed="rId9" cstate="print">
                        <a:extLst>
                          <a:ext uri="{28A0092B-C50C-407E-A947-70E740481C1C}">
                            <a14:useLocalDpi xmlns:a14="http://schemas.microsoft.com/office/drawing/2010/main"/>
                          </a:ext>
                        </a:extLst>
                      </a:blip>
                      <a:srcRect/>
                      <a:stretch/>
                    </p:blipFill>
                    <p:spPr>
                      <a:xfrm rot="5400000">
                        <a:off x="10661955" y="5313105"/>
                        <a:ext cx="1454643" cy="831226"/>
                      </a:xfrm>
                      <a:prstGeom prst="rect">
                        <a:avLst/>
                      </a:prstGeom>
                      <a:grpFill/>
                    </p:spPr>
                  </p:pic>
                </p:grpSp>
                <p:pic>
                  <p:nvPicPr>
                    <p:cNvPr id="36" name="Picture 6" descr="Image result for dspace logo">
                      <a:extLst>
                        <a:ext uri="{FF2B5EF4-FFF2-40B4-BE49-F238E27FC236}">
                          <a16:creationId xmlns:a16="http://schemas.microsoft.com/office/drawing/2014/main" id="{77CA0F9F-2352-1ED1-2A10-D4FD9D6FC63D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10" cstate="print">
                      <a:extLst>
                        <a:ext uri="{28A0092B-C50C-407E-A947-70E740481C1C}">
                          <a14:useLocalDpi xmlns:a14="http://schemas.microsoft.com/office/drawing/2010/main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9682040" y="5110310"/>
                      <a:ext cx="1141276" cy="357838"/>
                    </a:xfrm>
                    <a:prstGeom prst="rect">
                      <a:avLst/>
                    </a:prstGeom>
                    <a:grpFill/>
                  </p:spPr>
                </p:pic>
              </p:grpSp>
              <p:grpSp>
                <p:nvGrpSpPr>
                  <p:cNvPr id="11" name="Group 10">
                    <a:extLst>
                      <a:ext uri="{FF2B5EF4-FFF2-40B4-BE49-F238E27FC236}">
                        <a16:creationId xmlns:a16="http://schemas.microsoft.com/office/drawing/2014/main" id="{672AAB87-81A8-EC47-8926-2094494E67D0}"/>
                      </a:ext>
                    </a:extLst>
                  </p:cNvPr>
                  <p:cNvGrpSpPr/>
                  <p:nvPr/>
                </p:nvGrpSpPr>
                <p:grpSpPr>
                  <a:xfrm>
                    <a:off x="2744170" y="1464317"/>
                    <a:ext cx="1249210" cy="720846"/>
                    <a:chOff x="2860037" y="3473333"/>
                    <a:chExt cx="1249210" cy="720846"/>
                  </a:xfrm>
                  <a:grpFill/>
                </p:grpSpPr>
                <p:sp>
                  <p:nvSpPr>
                    <p:cNvPr id="33" name="Rectangle 32">
                      <a:extLst>
                        <a:ext uri="{FF2B5EF4-FFF2-40B4-BE49-F238E27FC236}">
                          <a16:creationId xmlns:a16="http://schemas.microsoft.com/office/drawing/2014/main" id="{3023F487-4DB7-BBCF-45EA-BC5EC4B680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0037" y="3473333"/>
                      <a:ext cx="1249210" cy="720846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chemeClr val="bg1">
                          <a:lumMod val="65000"/>
                        </a:schemeClr>
                      </a:solidFill>
                      <a:miter lim="800000"/>
                    </a:ln>
                    <a:effectLst/>
                    <a:scene3d>
                      <a:camera prst="orthographicFront">
                        <a:rot lat="0" lon="0" rev="0"/>
                      </a:camera>
                      <a:lightRig rig="threePt" dir="t">
                        <a:rot lat="0" lon="0" rev="1200000"/>
                      </a:lightRig>
                    </a:scene3d>
                    <a:sp3d/>
                  </p:spPr>
                  <p:style>
                    <a:lnRef idx="0">
                      <a:schemeClr val="accent1"/>
                    </a:lnRef>
                    <a:fillRef idx="3">
                      <a:schemeClr val="accent1"/>
                    </a:fillRef>
                    <a:effectRef idx="3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>
                        <a:lnSpc>
                          <a:spcPct val="90000"/>
                        </a:lnSpc>
                      </a:pPr>
                      <a:endParaRPr 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  <p:pic>
                  <p:nvPicPr>
                    <p:cNvPr id="34" name="Picture 2" descr="Python Logo, symbol, meaning, history, PNG, brand">
                      <a:extLst>
                        <a:ext uri="{FF2B5EF4-FFF2-40B4-BE49-F238E27FC236}">
                          <a16:creationId xmlns:a16="http://schemas.microsoft.com/office/drawing/2014/main" id="{087EF963-A94C-14E7-698E-96F2F8B5DEB7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11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25450" r="20193"/>
                    <a:stretch/>
                  </p:blipFill>
                  <p:spPr bwMode="auto">
                    <a:xfrm>
                      <a:off x="3213015" y="3556255"/>
                      <a:ext cx="584906" cy="604567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</p:pic>
              </p:grpSp>
              <p:pic>
                <p:nvPicPr>
                  <p:cNvPr id="12" name="Picture 11" descr="Diagram, schematic&#10;&#10;Description automatically generated">
                    <a:extLst>
                      <a:ext uri="{FF2B5EF4-FFF2-40B4-BE49-F238E27FC236}">
                        <a16:creationId xmlns:a16="http://schemas.microsoft.com/office/drawing/2014/main" id="{B04FB2FD-C2DC-27F2-0427-9E1572C5304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631496" y="2404515"/>
                    <a:ext cx="1313319" cy="693062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</p:pic>
              <p:cxnSp>
                <p:nvCxnSpPr>
                  <p:cNvPr id="13" name="Straight Arrow Connector 12">
                    <a:extLst>
                      <a:ext uri="{FF2B5EF4-FFF2-40B4-BE49-F238E27FC236}">
                        <a16:creationId xmlns:a16="http://schemas.microsoft.com/office/drawing/2014/main" id="{266767AB-D97D-04A9-5E82-004D4AF4B797}"/>
                      </a:ext>
                    </a:extLst>
                  </p:cNvPr>
                  <p:cNvCxnSpPr>
                    <a:cxnSpLocks/>
                    <a:stCxn id="39" idx="3"/>
                    <a:endCxn id="33" idx="1"/>
                  </p:cNvCxnSpPr>
                  <p:nvPr/>
                </p:nvCxnSpPr>
                <p:spPr>
                  <a:xfrm flipV="1">
                    <a:off x="1873771" y="1824740"/>
                    <a:ext cx="870399" cy="88275"/>
                  </a:xfrm>
                  <a:prstGeom prst="straightConnector1">
                    <a:avLst/>
                  </a:prstGeom>
                  <a:grpFill/>
                  <a:ln w="25400">
                    <a:solidFill>
                      <a:schemeClr val="tx1">
                        <a:lumMod val="75000"/>
                        <a:lumOff val="25000"/>
                      </a:schemeClr>
                    </a:solidFill>
                    <a:miter lim="800000"/>
                    <a:headEnd type="triangle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" name="Straight Arrow Connector 13">
                    <a:extLst>
                      <a:ext uri="{FF2B5EF4-FFF2-40B4-BE49-F238E27FC236}">
                        <a16:creationId xmlns:a16="http://schemas.microsoft.com/office/drawing/2014/main" id="{1D5BE66C-138F-3860-4560-A8D63C8258A4}"/>
                      </a:ext>
                    </a:extLst>
                  </p:cNvPr>
                  <p:cNvCxnSpPr>
                    <a:cxnSpLocks/>
                    <a:stCxn id="39" idx="3"/>
                    <a:endCxn id="31" idx="1"/>
                  </p:cNvCxnSpPr>
                  <p:nvPr/>
                </p:nvCxnSpPr>
                <p:spPr>
                  <a:xfrm>
                    <a:off x="1873771" y="1913015"/>
                    <a:ext cx="888925" cy="807339"/>
                  </a:xfrm>
                  <a:prstGeom prst="straightConnector1">
                    <a:avLst/>
                  </a:prstGeom>
                  <a:grpFill/>
                  <a:ln w="25400">
                    <a:solidFill>
                      <a:schemeClr val="tx1">
                        <a:lumMod val="75000"/>
                        <a:lumOff val="25000"/>
                      </a:schemeClr>
                    </a:solidFill>
                    <a:miter lim="800000"/>
                    <a:headEnd type="triangle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" name="Straight Arrow Connector 14">
                    <a:extLst>
                      <a:ext uri="{FF2B5EF4-FFF2-40B4-BE49-F238E27FC236}">
                        <a16:creationId xmlns:a16="http://schemas.microsoft.com/office/drawing/2014/main" id="{83696D1E-02C7-1867-6184-2CD47C5F6758}"/>
                      </a:ext>
                    </a:extLst>
                  </p:cNvPr>
                  <p:cNvCxnSpPr>
                    <a:cxnSpLocks/>
                    <a:stCxn id="41" idx="3"/>
                    <a:endCxn id="31" idx="1"/>
                  </p:cNvCxnSpPr>
                  <p:nvPr/>
                </p:nvCxnSpPr>
                <p:spPr>
                  <a:xfrm flipV="1">
                    <a:off x="1871729" y="2720354"/>
                    <a:ext cx="890967" cy="666155"/>
                  </a:xfrm>
                  <a:prstGeom prst="straightConnector1">
                    <a:avLst/>
                  </a:prstGeom>
                  <a:grpFill/>
                  <a:ln w="25400">
                    <a:solidFill>
                      <a:schemeClr val="tx1">
                        <a:lumMod val="75000"/>
                        <a:lumOff val="25000"/>
                      </a:schemeClr>
                    </a:solidFill>
                    <a:miter lim="800000"/>
                    <a:headEnd type="triangle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" name="Straight Arrow Connector 15">
                    <a:extLst>
                      <a:ext uri="{FF2B5EF4-FFF2-40B4-BE49-F238E27FC236}">
                        <a16:creationId xmlns:a16="http://schemas.microsoft.com/office/drawing/2014/main" id="{F98AA02F-8973-F299-5F02-172D96DBDF5B}"/>
                      </a:ext>
                    </a:extLst>
                  </p:cNvPr>
                  <p:cNvCxnSpPr>
                    <a:cxnSpLocks/>
                    <a:stCxn id="39" idx="3"/>
                    <a:endCxn id="43" idx="1"/>
                  </p:cNvCxnSpPr>
                  <p:nvPr/>
                </p:nvCxnSpPr>
                <p:spPr>
                  <a:xfrm>
                    <a:off x="1873771" y="1913015"/>
                    <a:ext cx="888925" cy="1655439"/>
                  </a:xfrm>
                  <a:prstGeom prst="straightConnector1">
                    <a:avLst/>
                  </a:prstGeom>
                  <a:grpFill/>
                  <a:ln w="25400">
                    <a:solidFill>
                      <a:schemeClr val="tx1">
                        <a:lumMod val="75000"/>
                        <a:lumOff val="25000"/>
                      </a:schemeClr>
                    </a:solidFill>
                    <a:miter lim="800000"/>
                    <a:headEnd type="triangle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" name="Straight Arrow Connector 16">
                    <a:extLst>
                      <a:ext uri="{FF2B5EF4-FFF2-40B4-BE49-F238E27FC236}">
                        <a16:creationId xmlns:a16="http://schemas.microsoft.com/office/drawing/2014/main" id="{04D7B57F-9609-AFCB-14C6-149F4D7C9CBD}"/>
                      </a:ext>
                    </a:extLst>
                  </p:cNvPr>
                  <p:cNvCxnSpPr>
                    <a:cxnSpLocks/>
                    <a:stCxn id="41" idx="3"/>
                    <a:endCxn id="43" idx="1"/>
                  </p:cNvCxnSpPr>
                  <p:nvPr/>
                </p:nvCxnSpPr>
                <p:spPr>
                  <a:xfrm>
                    <a:off x="1871729" y="3386509"/>
                    <a:ext cx="890967" cy="181945"/>
                  </a:xfrm>
                  <a:prstGeom prst="straightConnector1">
                    <a:avLst/>
                  </a:prstGeom>
                  <a:grpFill/>
                  <a:ln w="25400">
                    <a:solidFill>
                      <a:schemeClr val="tx1">
                        <a:lumMod val="75000"/>
                        <a:lumOff val="25000"/>
                      </a:schemeClr>
                    </a:solidFill>
                    <a:miter lim="800000"/>
                    <a:headEnd type="triangle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Straight Arrow Connector 17">
                    <a:extLst>
                      <a:ext uri="{FF2B5EF4-FFF2-40B4-BE49-F238E27FC236}">
                        <a16:creationId xmlns:a16="http://schemas.microsoft.com/office/drawing/2014/main" id="{8A2945C8-DB3E-B7E0-A870-7B06FF5D39E6}"/>
                      </a:ext>
                    </a:extLst>
                  </p:cNvPr>
                  <p:cNvCxnSpPr>
                    <a:cxnSpLocks/>
                    <a:stCxn id="41" idx="3"/>
                    <a:endCxn id="33" idx="1"/>
                  </p:cNvCxnSpPr>
                  <p:nvPr/>
                </p:nvCxnSpPr>
                <p:spPr>
                  <a:xfrm flipV="1">
                    <a:off x="1871729" y="1824740"/>
                    <a:ext cx="872441" cy="1561769"/>
                  </a:xfrm>
                  <a:prstGeom prst="straightConnector1">
                    <a:avLst/>
                  </a:prstGeom>
                  <a:grpFill/>
                  <a:ln w="25400">
                    <a:solidFill>
                      <a:schemeClr val="tx1">
                        <a:lumMod val="75000"/>
                        <a:lumOff val="25000"/>
                      </a:schemeClr>
                    </a:solidFill>
                    <a:miter lim="800000"/>
                    <a:headEnd type="triangle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Straight Arrow Connector 18">
                    <a:extLst>
                      <a:ext uri="{FF2B5EF4-FFF2-40B4-BE49-F238E27FC236}">
                        <a16:creationId xmlns:a16="http://schemas.microsoft.com/office/drawing/2014/main" id="{C5EE9389-90C2-16EE-A977-96EB58F262BA}"/>
                      </a:ext>
                    </a:extLst>
                  </p:cNvPr>
                  <p:cNvCxnSpPr>
                    <a:cxnSpLocks/>
                    <a:stCxn id="41" idx="3"/>
                    <a:endCxn id="12" idx="1"/>
                  </p:cNvCxnSpPr>
                  <p:nvPr/>
                </p:nvCxnSpPr>
                <p:spPr>
                  <a:xfrm flipV="1">
                    <a:off x="1871729" y="2751046"/>
                    <a:ext cx="2759767" cy="635463"/>
                  </a:xfrm>
                  <a:prstGeom prst="straightConnector1">
                    <a:avLst/>
                  </a:prstGeom>
                  <a:grpFill/>
                  <a:ln w="25400">
                    <a:solidFill>
                      <a:schemeClr val="tx1">
                        <a:lumMod val="75000"/>
                        <a:lumOff val="25000"/>
                      </a:schemeClr>
                    </a:solidFill>
                    <a:miter lim="800000"/>
                    <a:headEnd type="triangle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Straight Arrow Connector 19">
                    <a:extLst>
                      <a:ext uri="{FF2B5EF4-FFF2-40B4-BE49-F238E27FC236}">
                        <a16:creationId xmlns:a16="http://schemas.microsoft.com/office/drawing/2014/main" id="{756581CA-7995-F802-BE6E-E80A45F810FC}"/>
                      </a:ext>
                    </a:extLst>
                  </p:cNvPr>
                  <p:cNvCxnSpPr>
                    <a:cxnSpLocks/>
                    <a:stCxn id="33" idx="3"/>
                    <a:endCxn id="8" idx="1"/>
                  </p:cNvCxnSpPr>
                  <p:nvPr/>
                </p:nvCxnSpPr>
                <p:spPr>
                  <a:xfrm>
                    <a:off x="3993380" y="1824740"/>
                    <a:ext cx="615427" cy="35205"/>
                  </a:xfrm>
                  <a:prstGeom prst="straightConnector1">
                    <a:avLst/>
                  </a:prstGeom>
                  <a:grpFill/>
                  <a:ln w="25400">
                    <a:solidFill>
                      <a:schemeClr val="tx1">
                        <a:lumMod val="75000"/>
                        <a:lumOff val="25000"/>
                      </a:schemeClr>
                    </a:solidFill>
                    <a:miter lim="800000"/>
                    <a:headEnd type="triangle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Straight Arrow Connector 20">
                    <a:extLst>
                      <a:ext uri="{FF2B5EF4-FFF2-40B4-BE49-F238E27FC236}">
                        <a16:creationId xmlns:a16="http://schemas.microsoft.com/office/drawing/2014/main" id="{B9FBD557-B4BF-EF9E-F8C6-D3BFE8A15707}"/>
                      </a:ext>
                    </a:extLst>
                  </p:cNvPr>
                  <p:cNvCxnSpPr>
                    <a:cxnSpLocks/>
                    <a:endCxn id="12" idx="1"/>
                  </p:cNvCxnSpPr>
                  <p:nvPr/>
                </p:nvCxnSpPr>
                <p:spPr>
                  <a:xfrm>
                    <a:off x="4035032" y="1849522"/>
                    <a:ext cx="596464" cy="901524"/>
                  </a:xfrm>
                  <a:prstGeom prst="straightConnector1">
                    <a:avLst/>
                  </a:prstGeom>
                  <a:grpFill/>
                  <a:ln w="25400">
                    <a:solidFill>
                      <a:schemeClr val="tx1">
                        <a:lumMod val="75000"/>
                        <a:lumOff val="25000"/>
                      </a:schemeClr>
                    </a:solidFill>
                    <a:miter lim="800000"/>
                    <a:headEnd type="triangle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Straight Arrow Connector 21">
                    <a:extLst>
                      <a:ext uri="{FF2B5EF4-FFF2-40B4-BE49-F238E27FC236}">
                        <a16:creationId xmlns:a16="http://schemas.microsoft.com/office/drawing/2014/main" id="{D45E95CA-1936-4CD3-6566-63E89DA68AB3}"/>
                      </a:ext>
                    </a:extLst>
                  </p:cNvPr>
                  <p:cNvCxnSpPr>
                    <a:cxnSpLocks/>
                    <a:endCxn id="37" idx="1"/>
                  </p:cNvCxnSpPr>
                  <p:nvPr/>
                </p:nvCxnSpPr>
                <p:spPr>
                  <a:xfrm>
                    <a:off x="4011906" y="1804549"/>
                    <a:ext cx="703867" cy="1830681"/>
                  </a:xfrm>
                  <a:prstGeom prst="straightConnector1">
                    <a:avLst/>
                  </a:prstGeom>
                  <a:grpFill/>
                  <a:ln w="25400">
                    <a:solidFill>
                      <a:schemeClr val="tx1">
                        <a:lumMod val="75000"/>
                        <a:lumOff val="25000"/>
                      </a:schemeClr>
                    </a:solidFill>
                    <a:miter lim="800000"/>
                    <a:headEnd type="triangle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Arrow Connector 22">
                    <a:extLst>
                      <a:ext uri="{FF2B5EF4-FFF2-40B4-BE49-F238E27FC236}">
                        <a16:creationId xmlns:a16="http://schemas.microsoft.com/office/drawing/2014/main" id="{DF163168-2A0D-DFE0-8A88-E88FE0071A84}"/>
                      </a:ext>
                    </a:extLst>
                  </p:cNvPr>
                  <p:cNvCxnSpPr>
                    <a:cxnSpLocks/>
                    <a:stCxn id="31" idx="3"/>
                    <a:endCxn id="8" idx="1"/>
                  </p:cNvCxnSpPr>
                  <p:nvPr/>
                </p:nvCxnSpPr>
                <p:spPr>
                  <a:xfrm flipV="1">
                    <a:off x="4011907" y="1859945"/>
                    <a:ext cx="596900" cy="860409"/>
                  </a:xfrm>
                  <a:prstGeom prst="straightConnector1">
                    <a:avLst/>
                  </a:prstGeom>
                  <a:grpFill/>
                  <a:ln w="25400">
                    <a:solidFill>
                      <a:schemeClr val="tx1">
                        <a:lumMod val="75000"/>
                        <a:lumOff val="25000"/>
                      </a:schemeClr>
                    </a:solidFill>
                    <a:miter lim="800000"/>
                    <a:headEnd type="triangle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" name="Straight Arrow Connector 23">
                    <a:extLst>
                      <a:ext uri="{FF2B5EF4-FFF2-40B4-BE49-F238E27FC236}">
                        <a16:creationId xmlns:a16="http://schemas.microsoft.com/office/drawing/2014/main" id="{3FFEE273-0F97-D912-35EA-7CDBDDDA6AD4}"/>
                      </a:ext>
                    </a:extLst>
                  </p:cNvPr>
                  <p:cNvCxnSpPr>
                    <a:cxnSpLocks/>
                    <a:stCxn id="31" idx="3"/>
                    <a:endCxn id="12" idx="1"/>
                  </p:cNvCxnSpPr>
                  <p:nvPr/>
                </p:nvCxnSpPr>
                <p:spPr>
                  <a:xfrm>
                    <a:off x="4011907" y="2720354"/>
                    <a:ext cx="619589" cy="30692"/>
                  </a:xfrm>
                  <a:prstGeom prst="straightConnector1">
                    <a:avLst/>
                  </a:prstGeom>
                  <a:grpFill/>
                  <a:ln w="25400">
                    <a:solidFill>
                      <a:schemeClr val="tx1">
                        <a:lumMod val="75000"/>
                        <a:lumOff val="25000"/>
                      </a:schemeClr>
                    </a:solidFill>
                    <a:miter lim="800000"/>
                    <a:headEnd type="triangle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Straight Arrow Connector 24">
                    <a:extLst>
                      <a:ext uri="{FF2B5EF4-FFF2-40B4-BE49-F238E27FC236}">
                        <a16:creationId xmlns:a16="http://schemas.microsoft.com/office/drawing/2014/main" id="{583E2A50-BA3C-E8C1-7D13-F7E02F00150A}"/>
                      </a:ext>
                    </a:extLst>
                  </p:cNvPr>
                  <p:cNvCxnSpPr>
                    <a:cxnSpLocks/>
                    <a:stCxn id="31" idx="3"/>
                    <a:endCxn id="37" idx="1"/>
                  </p:cNvCxnSpPr>
                  <p:nvPr/>
                </p:nvCxnSpPr>
                <p:spPr>
                  <a:xfrm>
                    <a:off x="4011907" y="2720354"/>
                    <a:ext cx="703866" cy="914876"/>
                  </a:xfrm>
                  <a:prstGeom prst="straightConnector1">
                    <a:avLst/>
                  </a:prstGeom>
                  <a:grpFill/>
                  <a:ln w="25400">
                    <a:solidFill>
                      <a:schemeClr val="tx1">
                        <a:lumMod val="75000"/>
                        <a:lumOff val="25000"/>
                      </a:schemeClr>
                    </a:solidFill>
                    <a:miter lim="800000"/>
                    <a:headEnd type="triangle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" name="Straight Arrow Connector 25">
                    <a:extLst>
                      <a:ext uri="{FF2B5EF4-FFF2-40B4-BE49-F238E27FC236}">
                        <a16:creationId xmlns:a16="http://schemas.microsoft.com/office/drawing/2014/main" id="{F55C74EA-A7C7-4037-7F8E-D6258CAA9D75}"/>
                      </a:ext>
                    </a:extLst>
                  </p:cNvPr>
                  <p:cNvCxnSpPr>
                    <a:cxnSpLocks/>
                    <a:stCxn id="44" idx="3"/>
                    <a:endCxn id="37" idx="1"/>
                  </p:cNvCxnSpPr>
                  <p:nvPr/>
                </p:nvCxnSpPr>
                <p:spPr>
                  <a:xfrm>
                    <a:off x="3957666" y="3562668"/>
                    <a:ext cx="758107" cy="72562"/>
                  </a:xfrm>
                  <a:prstGeom prst="straightConnector1">
                    <a:avLst/>
                  </a:prstGeom>
                  <a:grpFill/>
                  <a:ln w="25400">
                    <a:solidFill>
                      <a:schemeClr val="tx1">
                        <a:lumMod val="75000"/>
                        <a:lumOff val="25000"/>
                      </a:schemeClr>
                    </a:solidFill>
                    <a:miter lim="800000"/>
                    <a:headEnd type="triangle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Straight Arrow Connector 26">
                    <a:extLst>
                      <a:ext uri="{FF2B5EF4-FFF2-40B4-BE49-F238E27FC236}">
                        <a16:creationId xmlns:a16="http://schemas.microsoft.com/office/drawing/2014/main" id="{CF37B59D-547B-6CAC-8363-BA241D14C910}"/>
                      </a:ext>
                    </a:extLst>
                  </p:cNvPr>
                  <p:cNvCxnSpPr>
                    <a:cxnSpLocks/>
                    <a:stCxn id="44" idx="3"/>
                    <a:endCxn id="12" idx="1"/>
                  </p:cNvCxnSpPr>
                  <p:nvPr/>
                </p:nvCxnSpPr>
                <p:spPr>
                  <a:xfrm flipV="1">
                    <a:off x="3957666" y="2751046"/>
                    <a:ext cx="673830" cy="811622"/>
                  </a:xfrm>
                  <a:prstGeom prst="straightConnector1">
                    <a:avLst/>
                  </a:prstGeom>
                  <a:grpFill/>
                  <a:ln w="25400">
                    <a:solidFill>
                      <a:schemeClr val="tx1">
                        <a:lumMod val="75000"/>
                        <a:lumOff val="25000"/>
                      </a:schemeClr>
                    </a:solidFill>
                    <a:miter lim="800000"/>
                    <a:headEnd type="triangle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Straight Arrow Connector 27">
                    <a:extLst>
                      <a:ext uri="{FF2B5EF4-FFF2-40B4-BE49-F238E27FC236}">
                        <a16:creationId xmlns:a16="http://schemas.microsoft.com/office/drawing/2014/main" id="{A8097AA1-5964-B439-CFBD-46B5B4CBD2D7}"/>
                      </a:ext>
                    </a:extLst>
                  </p:cNvPr>
                  <p:cNvCxnSpPr>
                    <a:cxnSpLocks/>
                    <a:stCxn id="43" idx="3"/>
                    <a:endCxn id="8" idx="1"/>
                  </p:cNvCxnSpPr>
                  <p:nvPr/>
                </p:nvCxnSpPr>
                <p:spPr>
                  <a:xfrm flipV="1">
                    <a:off x="4011907" y="1859945"/>
                    <a:ext cx="596900" cy="1708509"/>
                  </a:xfrm>
                  <a:prstGeom prst="straightConnector1">
                    <a:avLst/>
                  </a:prstGeom>
                  <a:grpFill/>
                  <a:ln w="25400">
                    <a:solidFill>
                      <a:schemeClr val="tx1">
                        <a:lumMod val="75000"/>
                        <a:lumOff val="25000"/>
                      </a:schemeClr>
                    </a:solidFill>
                    <a:miter lim="800000"/>
                    <a:headEnd type="triangle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" name="Straight Arrow Connector 28">
                    <a:extLst>
                      <a:ext uri="{FF2B5EF4-FFF2-40B4-BE49-F238E27FC236}">
                        <a16:creationId xmlns:a16="http://schemas.microsoft.com/office/drawing/2014/main" id="{02DA5C60-EB06-C9CC-076D-000B56AB4A19}"/>
                      </a:ext>
                    </a:extLst>
                  </p:cNvPr>
                  <p:cNvCxnSpPr>
                    <a:cxnSpLocks/>
                    <a:stCxn id="41" idx="3"/>
                    <a:endCxn id="8" idx="1"/>
                  </p:cNvCxnSpPr>
                  <p:nvPr/>
                </p:nvCxnSpPr>
                <p:spPr>
                  <a:xfrm flipV="1">
                    <a:off x="1871729" y="1859945"/>
                    <a:ext cx="2737078" cy="1526564"/>
                  </a:xfrm>
                  <a:prstGeom prst="straightConnector1">
                    <a:avLst/>
                  </a:prstGeom>
                  <a:grpFill/>
                  <a:ln w="25400">
                    <a:solidFill>
                      <a:schemeClr val="tx1">
                        <a:lumMod val="75000"/>
                        <a:lumOff val="25000"/>
                      </a:schemeClr>
                    </a:solidFill>
                    <a:miter lim="800000"/>
                    <a:headEnd type="triangle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30" name="Group 29">
                    <a:extLst>
                      <a:ext uri="{FF2B5EF4-FFF2-40B4-BE49-F238E27FC236}">
                        <a16:creationId xmlns:a16="http://schemas.microsoft.com/office/drawing/2014/main" id="{32AD16B3-0E87-A4F6-8F5F-8D4D00AE48CC}"/>
                      </a:ext>
                    </a:extLst>
                  </p:cNvPr>
                  <p:cNvGrpSpPr/>
                  <p:nvPr/>
                </p:nvGrpSpPr>
                <p:grpSpPr>
                  <a:xfrm>
                    <a:off x="2762696" y="2455381"/>
                    <a:ext cx="1249211" cy="529945"/>
                    <a:chOff x="2944088" y="4307138"/>
                    <a:chExt cx="1249211" cy="529945"/>
                  </a:xfrm>
                  <a:grpFill/>
                </p:grpSpPr>
                <p:sp>
                  <p:nvSpPr>
                    <p:cNvPr id="31" name="Rectangle 30">
                      <a:extLst>
                        <a:ext uri="{FF2B5EF4-FFF2-40B4-BE49-F238E27FC236}">
                          <a16:creationId xmlns:a16="http://schemas.microsoft.com/office/drawing/2014/main" id="{75D1457E-51A0-61BB-136D-CFD1CA57AE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44088" y="4307138"/>
                      <a:ext cx="1249211" cy="529945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chemeClr val="bg1">
                          <a:lumMod val="65000"/>
                        </a:schemeClr>
                      </a:solidFill>
                      <a:miter lim="800000"/>
                    </a:ln>
                    <a:effectLst/>
                    <a:scene3d>
                      <a:camera prst="orthographicFront">
                        <a:rot lat="0" lon="0" rev="0"/>
                      </a:camera>
                      <a:lightRig rig="threePt" dir="t">
                        <a:rot lat="0" lon="0" rev="1200000"/>
                      </a:lightRig>
                    </a:scene3d>
                    <a:sp3d/>
                  </p:spPr>
                  <p:style>
                    <a:lnRef idx="0">
                      <a:schemeClr val="accent1"/>
                    </a:lnRef>
                    <a:fillRef idx="3">
                      <a:schemeClr val="accent1"/>
                    </a:fillRef>
                    <a:effectRef idx="3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>
                        <a:lnSpc>
                          <a:spcPct val="90000"/>
                        </a:lnSpc>
                      </a:pPr>
                      <a:endParaRPr 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  <p:pic>
                  <p:nvPicPr>
                    <p:cNvPr id="32" name="Picture 4">
                      <a:extLst>
                        <a:ext uri="{FF2B5EF4-FFF2-40B4-BE49-F238E27FC236}">
                          <a16:creationId xmlns:a16="http://schemas.microsoft.com/office/drawing/2014/main" id="{73EF585D-13E0-E369-A2EE-BA8895B3FDAD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1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3382786" y="4345755"/>
                      <a:ext cx="371814" cy="417469"/>
                    </a:xfrm>
                    <a:prstGeom prst="rect">
                      <a:avLst/>
                    </a:prstGeom>
                    <a:grpFill/>
                  </p:spPr>
                </p:pic>
              </p:grpSp>
              <p:sp>
                <p:nvSpPr>
                  <p:cNvPr id="73" name="TextBox 72">
                    <a:extLst>
                      <a:ext uri="{FF2B5EF4-FFF2-40B4-BE49-F238E27FC236}">
                        <a16:creationId xmlns:a16="http://schemas.microsoft.com/office/drawing/2014/main" id="{F90D2FA1-DB6A-2D82-1EEC-74E5279226AB}"/>
                      </a:ext>
                    </a:extLst>
                  </p:cNvPr>
                  <p:cNvSpPr txBox="1"/>
                  <p:nvPr/>
                </p:nvSpPr>
                <p:spPr>
                  <a:xfrm>
                    <a:off x="2819902" y="3838334"/>
                    <a:ext cx="1015411" cy="523220"/>
                  </a:xfrm>
                  <a:prstGeom prst="rect">
                    <a:avLst/>
                  </a:prstGeom>
                  <a:grp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latin typeface="Helvetica"/>
                        <a:cs typeface="Arial"/>
                      </a:rPr>
                      <a:t>CAV Control</a:t>
                    </a:r>
                    <a:endParaRPr lang="en-US" sz="1400" dirty="0"/>
                  </a:p>
                </p:txBody>
              </p:sp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C17C1B81-8258-6EF9-E8F4-60D9B57B0F58}"/>
                      </a:ext>
                    </a:extLst>
                  </p:cNvPr>
                  <p:cNvSpPr txBox="1"/>
                  <p:nvPr/>
                </p:nvSpPr>
                <p:spPr>
                  <a:xfrm>
                    <a:off x="4775971" y="3946056"/>
                    <a:ext cx="1015411" cy="307777"/>
                  </a:xfrm>
                  <a:prstGeom prst="rect">
                    <a:avLst/>
                  </a:prstGeom>
                  <a:grp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latin typeface="Helvetica"/>
                        <a:cs typeface="Arial"/>
                      </a:rPr>
                      <a:t>XIL</a:t>
                    </a:r>
                    <a:endParaRPr lang="en-US" sz="1400" dirty="0"/>
                  </a:p>
                </p:txBody>
              </p:sp>
              <p:sp>
                <p:nvSpPr>
                  <p:cNvPr id="75" name="TextBox 74">
                    <a:extLst>
                      <a:ext uri="{FF2B5EF4-FFF2-40B4-BE49-F238E27FC236}">
                        <a16:creationId xmlns:a16="http://schemas.microsoft.com/office/drawing/2014/main" id="{34116046-62E7-8C0E-2A9A-2BFDD5BF3756}"/>
                      </a:ext>
                    </a:extLst>
                  </p:cNvPr>
                  <p:cNvSpPr txBox="1"/>
                  <p:nvPr/>
                </p:nvSpPr>
                <p:spPr>
                  <a:xfrm>
                    <a:off x="462100" y="3838334"/>
                    <a:ext cx="1481623" cy="523220"/>
                  </a:xfrm>
                  <a:prstGeom prst="rect">
                    <a:avLst/>
                  </a:prstGeom>
                  <a:grp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latin typeface="Helvetica"/>
                        <a:cs typeface="Arial"/>
                      </a:rPr>
                      <a:t>Traffic Microsimulation</a:t>
                    </a:r>
                    <a:endParaRPr lang="en-US" sz="1400" dirty="0"/>
                  </a:p>
                </p:txBody>
              </p:sp>
            </p:grpSp>
            <p:grpSp>
              <p:nvGrpSpPr>
                <p:cNvPr id="82" name="Group 81">
                  <a:extLst>
                    <a:ext uri="{FF2B5EF4-FFF2-40B4-BE49-F238E27FC236}">
                      <a16:creationId xmlns:a16="http://schemas.microsoft.com/office/drawing/2014/main" id="{C07B55AD-F26A-F6CE-2FF9-6ECAF1A1A69C}"/>
                    </a:ext>
                  </a:extLst>
                </p:cNvPr>
                <p:cNvGrpSpPr/>
                <p:nvPr/>
              </p:nvGrpSpPr>
              <p:grpSpPr>
                <a:xfrm>
                  <a:off x="6663340" y="1462804"/>
                  <a:ext cx="5433410" cy="2904264"/>
                  <a:chOff x="6625240" y="643654"/>
                  <a:chExt cx="5433410" cy="2904264"/>
                </a:xfrm>
                <a:grpFill/>
              </p:grpSpPr>
              <p:cxnSp>
                <p:nvCxnSpPr>
                  <p:cNvPr id="2" name="Straight Arrow Connector 1">
                    <a:extLst>
                      <a:ext uri="{FF2B5EF4-FFF2-40B4-BE49-F238E27FC236}">
                        <a16:creationId xmlns:a16="http://schemas.microsoft.com/office/drawing/2014/main" id="{F9757DB4-A6A2-FE46-70B6-B62C8D3F715C}"/>
                      </a:ext>
                    </a:extLst>
                  </p:cNvPr>
                  <p:cNvCxnSpPr>
                    <a:cxnSpLocks/>
                    <a:endCxn id="65" idx="3"/>
                  </p:cNvCxnSpPr>
                  <p:nvPr/>
                </p:nvCxnSpPr>
                <p:spPr>
                  <a:xfrm flipH="1">
                    <a:off x="10103052" y="1899691"/>
                    <a:ext cx="640080" cy="0"/>
                  </a:xfrm>
                  <a:prstGeom prst="straightConnector1">
                    <a:avLst/>
                  </a:prstGeom>
                  <a:grpFill/>
                  <a:ln w="25400">
                    <a:solidFill>
                      <a:schemeClr val="accent2">
                        <a:lumMod val="75000"/>
                      </a:schemeClr>
                    </a:solidFill>
                    <a:miter lim="800000"/>
                    <a:headEnd type="triangl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45" name="Group 44">
                    <a:extLst>
                      <a:ext uri="{FF2B5EF4-FFF2-40B4-BE49-F238E27FC236}">
                        <a16:creationId xmlns:a16="http://schemas.microsoft.com/office/drawing/2014/main" id="{71E3E81F-CEF8-DB76-40C0-82755EB02968}"/>
                      </a:ext>
                    </a:extLst>
                  </p:cNvPr>
                  <p:cNvGrpSpPr/>
                  <p:nvPr/>
                </p:nvGrpSpPr>
                <p:grpSpPr>
                  <a:xfrm>
                    <a:off x="8853841" y="2482818"/>
                    <a:ext cx="1249211" cy="529945"/>
                    <a:chOff x="5421618" y="6086007"/>
                    <a:chExt cx="1249211" cy="529945"/>
                  </a:xfrm>
                  <a:grpFill/>
                </p:grpSpPr>
                <p:sp>
                  <p:nvSpPr>
                    <p:cNvPr id="46" name="Rectangle 45">
                      <a:extLst>
                        <a:ext uri="{FF2B5EF4-FFF2-40B4-BE49-F238E27FC236}">
                          <a16:creationId xmlns:a16="http://schemas.microsoft.com/office/drawing/2014/main" id="{E279C29D-1C6C-7209-5A62-C4F18A60815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21618" y="6086007"/>
                      <a:ext cx="1249211" cy="529945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chemeClr val="bg1">
                          <a:lumMod val="65000"/>
                        </a:schemeClr>
                      </a:solidFill>
                      <a:miter lim="800000"/>
                    </a:ln>
                    <a:effectLst/>
                    <a:scene3d>
                      <a:camera prst="orthographicFront">
                        <a:rot lat="0" lon="0" rev="0"/>
                      </a:camera>
                      <a:lightRig rig="threePt" dir="t">
                        <a:rot lat="0" lon="0" rev="1200000"/>
                      </a:lightRig>
                    </a:scene3d>
                    <a:sp3d/>
                  </p:spPr>
                  <p:style>
                    <a:lnRef idx="0">
                      <a:schemeClr val="accent1"/>
                    </a:lnRef>
                    <a:fillRef idx="3">
                      <a:schemeClr val="accent1"/>
                    </a:fillRef>
                    <a:effectRef idx="3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>
                        <a:lnSpc>
                          <a:spcPct val="90000"/>
                        </a:lnSpc>
                      </a:pPr>
                      <a:endParaRPr 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  <p:pic>
                  <p:nvPicPr>
                    <p:cNvPr id="47" name="Picture 2" descr="About MATLAB and Simulink - Matlab &amp; Simulink - MATLAB &amp; Simulink -  İstanbul Okan Üniversitesi">
                      <a:extLst>
                        <a:ext uri="{FF2B5EF4-FFF2-40B4-BE49-F238E27FC236}">
                          <a16:creationId xmlns:a16="http://schemas.microsoft.com/office/drawing/2014/main" id="{DF327969-A273-D436-E6F5-4D0EE861BD21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248" t="14585" r="7587" b="10719"/>
                    <a:stretch/>
                  </p:blipFill>
                  <p:spPr bwMode="auto">
                    <a:xfrm>
                      <a:off x="5493829" y="6152986"/>
                      <a:ext cx="1122759" cy="384415"/>
                    </a:xfrm>
                    <a:prstGeom prst="rect">
                      <a:avLst/>
                    </a:prstGeom>
                    <a:grpFill/>
                  </p:spPr>
                </p:pic>
              </p:grpSp>
              <p:grpSp>
                <p:nvGrpSpPr>
                  <p:cNvPr id="48" name="Group 47">
                    <a:extLst>
                      <a:ext uri="{FF2B5EF4-FFF2-40B4-BE49-F238E27FC236}">
                        <a16:creationId xmlns:a16="http://schemas.microsoft.com/office/drawing/2014/main" id="{58393538-5164-0E27-D92B-6737BF421B46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6625240" y="2155344"/>
                    <a:ext cx="1337634" cy="821003"/>
                    <a:chOff x="599646" y="4528230"/>
                    <a:chExt cx="2286000" cy="1403084"/>
                  </a:xfrm>
                  <a:grpFill/>
                </p:grpSpPr>
                <p:pic>
                  <p:nvPicPr>
                    <p:cNvPr id="49" name="Picture 48">
                      <a:extLst>
                        <a:ext uri="{FF2B5EF4-FFF2-40B4-BE49-F238E27FC236}">
                          <a16:creationId xmlns:a16="http://schemas.microsoft.com/office/drawing/2014/main" id="{F3675480-59A9-4981-612D-7FE3AAE3E812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 cstate="print">
                      <a:extLst>
                        <a:ext uri="{28A0092B-C50C-407E-A947-70E740481C1C}">
                          <a14:useLocalDpi xmlns:a14="http://schemas.microsoft.com/office/drawing/2010/main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99646" y="4528230"/>
                      <a:ext cx="2286000" cy="1403084"/>
                    </a:xfrm>
                    <a:prstGeom prst="rect">
                      <a:avLst/>
                    </a:prstGeom>
                    <a:grpFill/>
                  </p:spPr>
                </p:pic>
                <p:pic>
                  <p:nvPicPr>
                    <p:cNvPr id="50" name="Picture 2" descr="PTV Vissim | CIVITAS">
                      <a:extLst>
                        <a:ext uri="{FF2B5EF4-FFF2-40B4-BE49-F238E27FC236}">
                          <a16:creationId xmlns:a16="http://schemas.microsoft.com/office/drawing/2014/main" id="{AB70F2C3-783D-647B-A0C9-1E07643DFD0C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4" cstate="hqprint">
                      <a:extLst>
                        <a:ext uri="{28A0092B-C50C-407E-A947-70E740481C1C}">
                          <a14:useLocalDpi xmlns:a14="http://schemas.microsoft.com/office/drawing/2010/main"/>
                        </a:ext>
                      </a:extLst>
                    </a:blip>
                    <a:srcRect/>
                    <a:stretch/>
                  </p:blipFill>
                  <p:spPr bwMode="auto">
                    <a:xfrm>
                      <a:off x="958859" y="5014347"/>
                      <a:ext cx="1567574" cy="460215"/>
                    </a:xfrm>
                    <a:prstGeom prst="rect">
                      <a:avLst/>
                    </a:prstGeom>
                    <a:grpFill/>
                  </p:spPr>
                </p:pic>
              </p:grpSp>
              <p:grpSp>
                <p:nvGrpSpPr>
                  <p:cNvPr id="51" name="Group 50">
                    <a:extLst>
                      <a:ext uri="{FF2B5EF4-FFF2-40B4-BE49-F238E27FC236}">
                        <a16:creationId xmlns:a16="http://schemas.microsoft.com/office/drawing/2014/main" id="{1D6F4C80-FBBB-D3D4-C5B2-16E59F1203AB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6683412" y="731929"/>
                    <a:ext cx="1281504" cy="720846"/>
                    <a:chOff x="605838" y="1762388"/>
                    <a:chExt cx="2286000" cy="1285875"/>
                  </a:xfrm>
                  <a:grpFill/>
                </p:grpSpPr>
                <p:pic>
                  <p:nvPicPr>
                    <p:cNvPr id="52" name="Picture 4" descr="SUMO — a Traffic Simulator over the Cloud with Yonohub | by Ahmed Hendawy |  YonoHub | Medium">
                      <a:extLst>
                        <a:ext uri="{FF2B5EF4-FFF2-40B4-BE49-F238E27FC236}">
                          <a16:creationId xmlns:a16="http://schemas.microsoft.com/office/drawing/2014/main" id="{E330252B-F7BA-BEED-87E1-B80C6F87063F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5" cstate="print">
                      <a:extLst>
                        <a:ext uri="{28A0092B-C50C-407E-A947-70E740481C1C}">
                          <a14:useLocalDpi xmlns:a14="http://schemas.microsoft.com/office/drawing/2010/main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605838" y="1762388"/>
                      <a:ext cx="2286000" cy="1285875"/>
                    </a:xfrm>
                    <a:prstGeom prst="rect">
                      <a:avLst/>
                    </a:prstGeom>
                    <a:grpFill/>
                  </p:spPr>
                </p:pic>
                <p:pic>
                  <p:nvPicPr>
                    <p:cNvPr id="53" name="Picture 52" descr="traffic · GitHub Topics · GitHub">
                      <a:extLst>
                        <a:ext uri="{FF2B5EF4-FFF2-40B4-BE49-F238E27FC236}">
                          <a16:creationId xmlns:a16="http://schemas.microsoft.com/office/drawing/2014/main" id="{E0C1130D-8121-61CD-2E3A-7792044E9CD8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6" cstate="print">
                      <a:extLst>
                        <a:ext uri="{28A0092B-C50C-407E-A947-70E740481C1C}">
                          <a14:useLocalDpi xmlns:a14="http://schemas.microsoft.com/office/drawing/2010/main"/>
                        </a:ext>
                      </a:extLst>
                    </a:blip>
                    <a:srcRect/>
                    <a:stretch/>
                  </p:blipFill>
                  <p:spPr bwMode="auto">
                    <a:xfrm>
                      <a:off x="1082358" y="2211840"/>
                      <a:ext cx="1320576" cy="457200"/>
                    </a:xfrm>
                    <a:prstGeom prst="rect">
                      <a:avLst/>
                    </a:prstGeom>
                    <a:grpFill/>
                  </p:spPr>
                </p:pic>
              </p:grpSp>
              <p:pic>
                <p:nvPicPr>
                  <p:cNvPr id="54" name="Picture 53" descr="A car parked inside a building&#10;&#10;Description automatically generated">
                    <a:extLst>
                      <a:ext uri="{FF2B5EF4-FFF2-40B4-BE49-F238E27FC236}">
                        <a16:creationId xmlns:a16="http://schemas.microsoft.com/office/drawing/2014/main" id="{A3EAC2E4-1243-744E-547D-B8EF8A25FBB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7" cstate="print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rcRect/>
                  <a:stretch/>
                </p:blipFill>
                <p:spPr>
                  <a:xfrm>
                    <a:off x="10699952" y="704844"/>
                    <a:ext cx="1358698" cy="668876"/>
                  </a:xfrm>
                  <a:prstGeom prst="rect">
                    <a:avLst/>
                  </a:prstGeom>
                  <a:grpFill/>
                </p:spPr>
              </p:pic>
              <p:grpSp>
                <p:nvGrpSpPr>
                  <p:cNvPr id="55" name="Group 54">
                    <a:extLst>
                      <a:ext uri="{FF2B5EF4-FFF2-40B4-BE49-F238E27FC236}">
                        <a16:creationId xmlns:a16="http://schemas.microsoft.com/office/drawing/2014/main" id="{ABB0D0D0-A67C-CF43-B8A0-F96675DFABA2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0806914" y="2415050"/>
                    <a:ext cx="1102049" cy="640080"/>
                    <a:chOff x="9332295" y="5001403"/>
                    <a:chExt cx="2504518" cy="1454645"/>
                  </a:xfrm>
                  <a:grpFill/>
                </p:grpSpPr>
                <p:grpSp>
                  <p:nvGrpSpPr>
                    <p:cNvPr id="56" name="Group 55">
                      <a:extLst>
                        <a:ext uri="{FF2B5EF4-FFF2-40B4-BE49-F238E27FC236}">
                          <a16:creationId xmlns:a16="http://schemas.microsoft.com/office/drawing/2014/main" id="{48829DB9-328A-5AD1-8A33-26159EA8F5A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332295" y="5001403"/>
                      <a:ext cx="2504518" cy="1454645"/>
                      <a:chOff x="9332295" y="5001403"/>
                      <a:chExt cx="2504518" cy="1454645"/>
                    </a:xfrm>
                    <a:grpFill/>
                  </p:grpSpPr>
                  <p:pic>
                    <p:nvPicPr>
                      <p:cNvPr id="58" name="Picture 2" descr="Image result for Opal rt">
                        <a:extLst>
                          <a:ext uri="{FF2B5EF4-FFF2-40B4-BE49-F238E27FC236}">
                            <a16:creationId xmlns:a16="http://schemas.microsoft.com/office/drawing/2014/main" id="{2ABC0F7A-67F3-AE45-AAE1-36FC5412A1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32295" y="5478947"/>
                        <a:ext cx="1687390" cy="860797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59" name="Picture 58" descr="A picture containing text, indoor, wall&#10;&#10;Description automatically generated">
                        <a:extLst>
                          <a:ext uri="{FF2B5EF4-FFF2-40B4-BE49-F238E27FC236}">
                            <a16:creationId xmlns:a16="http://schemas.microsoft.com/office/drawing/2014/main" id="{145757A2-BADE-DBB9-233E-BA0C191947E3}"/>
                          </a:ext>
                        </a:extLst>
                      </p:cNvPr>
                      <p:cNvPicPr>
                        <a:picLocks/>
                      </p:cNvPicPr>
                      <p:nvPr/>
                    </p:nvPicPr>
                    <p:blipFill rotWithShape="1">
                      <a:blip r:embed="rId9" cstate="print">
                        <a:extLst>
                          <a:ext uri="{28A0092B-C50C-407E-A947-70E740481C1C}">
                            <a14:useLocalDpi xmlns:a14="http://schemas.microsoft.com/office/drawing/2010/main"/>
                          </a:ext>
                        </a:extLst>
                      </a:blip>
                      <a:srcRect/>
                      <a:stretch/>
                    </p:blipFill>
                    <p:spPr>
                      <a:xfrm rot="5400000">
                        <a:off x="10668896" y="5288131"/>
                        <a:ext cx="1454645" cy="881189"/>
                      </a:xfrm>
                      <a:prstGeom prst="rect">
                        <a:avLst/>
                      </a:prstGeom>
                      <a:grpFill/>
                    </p:spPr>
                  </p:pic>
                </p:grpSp>
                <p:pic>
                  <p:nvPicPr>
                    <p:cNvPr id="57" name="Picture 6" descr="Image result for dspace logo">
                      <a:extLst>
                        <a:ext uri="{FF2B5EF4-FFF2-40B4-BE49-F238E27FC236}">
                          <a16:creationId xmlns:a16="http://schemas.microsoft.com/office/drawing/2014/main" id="{CA9300FD-4C3F-8933-1BB0-1E680DA103F3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10" cstate="print">
                      <a:extLst>
                        <a:ext uri="{28A0092B-C50C-407E-A947-70E740481C1C}">
                          <a14:useLocalDpi xmlns:a14="http://schemas.microsoft.com/office/drawing/2010/main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9682040" y="5110310"/>
                      <a:ext cx="1141276" cy="357838"/>
                    </a:xfrm>
                    <a:prstGeom prst="rect">
                      <a:avLst/>
                    </a:prstGeom>
                    <a:grpFill/>
                  </p:spPr>
                </p:pic>
              </p:grpSp>
              <p:grpSp>
                <p:nvGrpSpPr>
                  <p:cNvPr id="60" name="Group 59">
                    <a:extLst>
                      <a:ext uri="{FF2B5EF4-FFF2-40B4-BE49-F238E27FC236}">
                        <a16:creationId xmlns:a16="http://schemas.microsoft.com/office/drawing/2014/main" id="{6CB92DE5-B8A1-9D81-8EB9-C38AFB93374F}"/>
                      </a:ext>
                    </a:extLst>
                  </p:cNvPr>
                  <p:cNvGrpSpPr/>
                  <p:nvPr/>
                </p:nvGrpSpPr>
                <p:grpSpPr>
                  <a:xfrm>
                    <a:off x="8835315" y="643654"/>
                    <a:ext cx="1249210" cy="720846"/>
                    <a:chOff x="2860037" y="3473333"/>
                    <a:chExt cx="1249210" cy="720846"/>
                  </a:xfrm>
                  <a:grpFill/>
                </p:grpSpPr>
                <p:sp>
                  <p:nvSpPr>
                    <p:cNvPr id="61" name="Rectangle 60">
                      <a:extLst>
                        <a:ext uri="{FF2B5EF4-FFF2-40B4-BE49-F238E27FC236}">
                          <a16:creationId xmlns:a16="http://schemas.microsoft.com/office/drawing/2014/main" id="{4979E51A-4F97-8A65-92D4-E9F6D13FCB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0037" y="3473333"/>
                      <a:ext cx="1249210" cy="720846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chemeClr val="bg1">
                          <a:lumMod val="65000"/>
                        </a:schemeClr>
                      </a:solidFill>
                      <a:miter lim="800000"/>
                    </a:ln>
                    <a:effectLst/>
                    <a:scene3d>
                      <a:camera prst="orthographicFront">
                        <a:rot lat="0" lon="0" rev="0"/>
                      </a:camera>
                      <a:lightRig rig="threePt" dir="t">
                        <a:rot lat="0" lon="0" rev="1200000"/>
                      </a:lightRig>
                    </a:scene3d>
                    <a:sp3d/>
                  </p:spPr>
                  <p:style>
                    <a:lnRef idx="0">
                      <a:schemeClr val="accent1"/>
                    </a:lnRef>
                    <a:fillRef idx="3">
                      <a:schemeClr val="accent1"/>
                    </a:fillRef>
                    <a:effectRef idx="3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>
                        <a:lnSpc>
                          <a:spcPct val="90000"/>
                        </a:lnSpc>
                      </a:pPr>
                      <a:endParaRPr 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  <p:pic>
                  <p:nvPicPr>
                    <p:cNvPr id="62" name="Picture 2" descr="Python Logo, symbol, meaning, history, PNG, brand">
                      <a:extLst>
                        <a:ext uri="{FF2B5EF4-FFF2-40B4-BE49-F238E27FC236}">
                          <a16:creationId xmlns:a16="http://schemas.microsoft.com/office/drawing/2014/main" id="{5CA4EB02-586A-5E21-A50B-697EEC9B537D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11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25450" r="20193"/>
                    <a:stretch/>
                  </p:blipFill>
                  <p:spPr bwMode="auto">
                    <a:xfrm>
                      <a:off x="3213015" y="3556255"/>
                      <a:ext cx="584906" cy="604567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</p:pic>
              </p:grpSp>
              <p:pic>
                <p:nvPicPr>
                  <p:cNvPr id="63" name="Picture 62" descr="Diagram, schematic&#10;&#10;Description automatically generated">
                    <a:extLst>
                      <a:ext uri="{FF2B5EF4-FFF2-40B4-BE49-F238E27FC236}">
                        <a16:creationId xmlns:a16="http://schemas.microsoft.com/office/drawing/2014/main" id="{C550386F-B098-9F0C-754B-A453FDA5595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722641" y="1583852"/>
                    <a:ext cx="1313319" cy="693062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</p:pic>
              <p:grpSp>
                <p:nvGrpSpPr>
                  <p:cNvPr id="64" name="Group 63">
                    <a:extLst>
                      <a:ext uri="{FF2B5EF4-FFF2-40B4-BE49-F238E27FC236}">
                        <a16:creationId xmlns:a16="http://schemas.microsoft.com/office/drawing/2014/main" id="{76930402-F115-15FE-6AD6-07DF499112A3}"/>
                      </a:ext>
                    </a:extLst>
                  </p:cNvPr>
                  <p:cNvGrpSpPr/>
                  <p:nvPr/>
                </p:nvGrpSpPr>
                <p:grpSpPr>
                  <a:xfrm>
                    <a:off x="8853841" y="1634718"/>
                    <a:ext cx="1249211" cy="529945"/>
                    <a:chOff x="2944088" y="4307138"/>
                    <a:chExt cx="1249211" cy="529945"/>
                  </a:xfrm>
                  <a:grpFill/>
                </p:grpSpPr>
                <p:sp>
                  <p:nvSpPr>
                    <p:cNvPr id="65" name="Rectangle 64">
                      <a:extLst>
                        <a:ext uri="{FF2B5EF4-FFF2-40B4-BE49-F238E27FC236}">
                          <a16:creationId xmlns:a16="http://schemas.microsoft.com/office/drawing/2014/main" id="{66F692F7-15E5-EE4E-136B-98E27B518C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44088" y="4307138"/>
                      <a:ext cx="1249211" cy="529945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chemeClr val="bg1">
                          <a:lumMod val="65000"/>
                        </a:schemeClr>
                      </a:solidFill>
                      <a:miter lim="800000"/>
                    </a:ln>
                    <a:effectLst/>
                    <a:scene3d>
                      <a:camera prst="orthographicFront">
                        <a:rot lat="0" lon="0" rev="0"/>
                      </a:camera>
                      <a:lightRig rig="threePt" dir="t">
                        <a:rot lat="0" lon="0" rev="1200000"/>
                      </a:lightRig>
                    </a:scene3d>
                    <a:sp3d/>
                  </p:spPr>
                  <p:style>
                    <a:lnRef idx="0">
                      <a:schemeClr val="accent1"/>
                    </a:lnRef>
                    <a:fillRef idx="3">
                      <a:schemeClr val="accent1"/>
                    </a:fillRef>
                    <a:effectRef idx="3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>
                        <a:lnSpc>
                          <a:spcPct val="90000"/>
                        </a:lnSpc>
                      </a:pPr>
                      <a:endParaRPr 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  <p:pic>
                  <p:nvPicPr>
                    <p:cNvPr id="66" name="Picture 4">
                      <a:extLst>
                        <a:ext uri="{FF2B5EF4-FFF2-40B4-BE49-F238E27FC236}">
                          <a16:creationId xmlns:a16="http://schemas.microsoft.com/office/drawing/2014/main" id="{4E39430C-0AAD-1594-CD83-93098B09B641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1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3382786" y="4345755"/>
                      <a:ext cx="371814" cy="417469"/>
                    </a:xfrm>
                    <a:prstGeom prst="rect">
                      <a:avLst/>
                    </a:prstGeom>
                    <a:grpFill/>
                  </p:spPr>
                </p:pic>
              </p:grpSp>
              <p:cxnSp>
                <p:nvCxnSpPr>
                  <p:cNvPr id="68" name="Straight Arrow Connector 67">
                    <a:extLst>
                      <a:ext uri="{FF2B5EF4-FFF2-40B4-BE49-F238E27FC236}">
                        <a16:creationId xmlns:a16="http://schemas.microsoft.com/office/drawing/2014/main" id="{87F2D3D6-4789-D515-0757-2E2B57955411}"/>
                      </a:ext>
                    </a:extLst>
                  </p:cNvPr>
                  <p:cNvCxnSpPr>
                    <a:cxnSpLocks/>
                    <a:endCxn id="65" idx="1"/>
                  </p:cNvCxnSpPr>
                  <p:nvPr/>
                </p:nvCxnSpPr>
                <p:spPr>
                  <a:xfrm>
                    <a:off x="8210153" y="1899691"/>
                    <a:ext cx="643688" cy="0"/>
                  </a:xfrm>
                  <a:prstGeom prst="straightConnector1">
                    <a:avLst/>
                  </a:prstGeom>
                  <a:grpFill/>
                  <a:ln w="25400">
                    <a:solidFill>
                      <a:schemeClr val="accent2">
                        <a:lumMod val="75000"/>
                      </a:schemeClr>
                    </a:solidFill>
                    <a:miter lim="800000"/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" name="Connector: Elbow 68">
                    <a:extLst>
                      <a:ext uri="{FF2B5EF4-FFF2-40B4-BE49-F238E27FC236}">
                        <a16:creationId xmlns:a16="http://schemas.microsoft.com/office/drawing/2014/main" id="{0864A87C-1FB5-E3EF-EC3A-B746BDD136FC}"/>
                      </a:ext>
                    </a:extLst>
                  </p:cNvPr>
                  <p:cNvCxnSpPr>
                    <a:stCxn id="52" idx="3"/>
                    <a:endCxn id="49" idx="3"/>
                  </p:cNvCxnSpPr>
                  <p:nvPr/>
                </p:nvCxnSpPr>
                <p:spPr>
                  <a:xfrm flipH="1">
                    <a:off x="7962874" y="1092352"/>
                    <a:ext cx="2042" cy="1473494"/>
                  </a:xfrm>
                  <a:prstGeom prst="bentConnector3">
                    <a:avLst>
                      <a:gd name="adj1" fmla="val -11194907"/>
                    </a:avLst>
                  </a:prstGeom>
                  <a:grpFill/>
                  <a:ln w="25400">
                    <a:solidFill>
                      <a:srgbClr val="6C923A"/>
                    </a:solidFill>
                    <a:miter lim="800000"/>
                    <a:headEnd type="triangl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" name="Connector: Elbow 69">
                    <a:extLst>
                      <a:ext uri="{FF2B5EF4-FFF2-40B4-BE49-F238E27FC236}">
                        <a16:creationId xmlns:a16="http://schemas.microsoft.com/office/drawing/2014/main" id="{437E076D-3E1A-B374-3BF0-48D477CE5E03}"/>
                      </a:ext>
                    </a:extLst>
                  </p:cNvPr>
                  <p:cNvCxnSpPr>
                    <a:cxnSpLocks/>
                    <a:stCxn id="61" idx="1"/>
                    <a:endCxn id="46" idx="1"/>
                  </p:cNvCxnSpPr>
                  <p:nvPr/>
                </p:nvCxnSpPr>
                <p:spPr>
                  <a:xfrm rot="10800000" flipH="1" flipV="1">
                    <a:off x="8835315" y="1004077"/>
                    <a:ext cx="18526" cy="1743714"/>
                  </a:xfrm>
                  <a:prstGeom prst="bentConnector3">
                    <a:avLst>
                      <a:gd name="adj1" fmla="val -1655290"/>
                    </a:avLst>
                  </a:prstGeom>
                  <a:grpFill/>
                  <a:ln w="25400">
                    <a:solidFill>
                      <a:srgbClr val="6C923A"/>
                    </a:solidFill>
                    <a:miter lim="800000"/>
                    <a:headEnd type="triangl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" name="Connector: Elbow 70">
                    <a:extLst>
                      <a:ext uri="{FF2B5EF4-FFF2-40B4-BE49-F238E27FC236}">
                        <a16:creationId xmlns:a16="http://schemas.microsoft.com/office/drawing/2014/main" id="{80FD5136-AF44-17A3-B3FA-06D698660F7D}"/>
                      </a:ext>
                    </a:extLst>
                  </p:cNvPr>
                  <p:cNvCxnSpPr>
                    <a:cxnSpLocks/>
                    <a:stCxn id="61" idx="3"/>
                    <a:endCxn id="46" idx="3"/>
                  </p:cNvCxnSpPr>
                  <p:nvPr/>
                </p:nvCxnSpPr>
                <p:spPr>
                  <a:xfrm>
                    <a:off x="10084525" y="1004077"/>
                    <a:ext cx="18527" cy="1743714"/>
                  </a:xfrm>
                  <a:prstGeom prst="bentConnector3">
                    <a:avLst>
                      <a:gd name="adj1" fmla="val 1333875"/>
                    </a:avLst>
                  </a:prstGeom>
                  <a:grpFill/>
                  <a:ln w="25400">
                    <a:solidFill>
                      <a:srgbClr val="6C923A"/>
                    </a:solidFill>
                    <a:miter lim="800000"/>
                    <a:headEnd type="triangl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" name="Connector: Elbow 71">
                    <a:extLst>
                      <a:ext uri="{FF2B5EF4-FFF2-40B4-BE49-F238E27FC236}">
                        <a16:creationId xmlns:a16="http://schemas.microsoft.com/office/drawing/2014/main" id="{22BF10CC-2935-4216-F025-FEF409BE5845}"/>
                      </a:ext>
                    </a:extLst>
                  </p:cNvPr>
                  <p:cNvCxnSpPr>
                    <a:cxnSpLocks/>
                    <a:stCxn id="54" idx="1"/>
                    <a:endCxn id="58" idx="1"/>
                  </p:cNvCxnSpPr>
                  <p:nvPr/>
                </p:nvCxnSpPr>
                <p:spPr>
                  <a:xfrm rot="10800000" flipH="1" flipV="1">
                    <a:off x="10699952" y="1039281"/>
                    <a:ext cx="106966" cy="1775285"/>
                  </a:xfrm>
                  <a:prstGeom prst="bentConnector3">
                    <a:avLst>
                      <a:gd name="adj1" fmla="val -213713"/>
                    </a:avLst>
                  </a:prstGeom>
                  <a:grpFill/>
                  <a:ln w="25400">
                    <a:solidFill>
                      <a:srgbClr val="6C923A"/>
                    </a:solidFill>
                    <a:miter lim="800000"/>
                    <a:headEnd type="triangl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6" name="TextBox 75">
                    <a:extLst>
                      <a:ext uri="{FF2B5EF4-FFF2-40B4-BE49-F238E27FC236}">
                        <a16:creationId xmlns:a16="http://schemas.microsoft.com/office/drawing/2014/main" id="{D5813529-AB64-6168-E8C8-A19354F20EE2}"/>
                      </a:ext>
                    </a:extLst>
                  </p:cNvPr>
                  <p:cNvSpPr txBox="1"/>
                  <p:nvPr/>
                </p:nvSpPr>
                <p:spPr>
                  <a:xfrm>
                    <a:off x="9003298" y="3024698"/>
                    <a:ext cx="1015411" cy="523220"/>
                  </a:xfrm>
                  <a:prstGeom prst="rect">
                    <a:avLst/>
                  </a:prstGeom>
                  <a:grp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latin typeface="Helvetica"/>
                        <a:cs typeface="Arial"/>
                      </a:rPr>
                      <a:t>CAV Control</a:t>
                    </a:r>
                    <a:endParaRPr lang="en-US" sz="1400" dirty="0"/>
                  </a:p>
                </p:txBody>
              </p:sp>
              <p:sp>
                <p:nvSpPr>
                  <p:cNvPr id="77" name="TextBox 76">
                    <a:extLst>
                      <a:ext uri="{FF2B5EF4-FFF2-40B4-BE49-F238E27FC236}">
                        <a16:creationId xmlns:a16="http://schemas.microsoft.com/office/drawing/2014/main" id="{B3FC1075-DDC0-D8D3-D48A-2D3727488B42}"/>
                      </a:ext>
                    </a:extLst>
                  </p:cNvPr>
                  <p:cNvSpPr txBox="1"/>
                  <p:nvPr/>
                </p:nvSpPr>
                <p:spPr>
                  <a:xfrm>
                    <a:off x="10959367" y="3132420"/>
                    <a:ext cx="1015411" cy="307777"/>
                  </a:xfrm>
                  <a:prstGeom prst="rect">
                    <a:avLst/>
                  </a:prstGeom>
                  <a:grp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latin typeface="Helvetica"/>
                        <a:cs typeface="Arial"/>
                      </a:rPr>
                      <a:t>XIL</a:t>
                    </a:r>
                    <a:endParaRPr lang="en-US" sz="1400" dirty="0"/>
                  </a:p>
                </p:txBody>
              </p:sp>
              <p:sp>
                <p:nvSpPr>
                  <p:cNvPr id="78" name="TextBox 77">
                    <a:extLst>
                      <a:ext uri="{FF2B5EF4-FFF2-40B4-BE49-F238E27FC236}">
                        <a16:creationId xmlns:a16="http://schemas.microsoft.com/office/drawing/2014/main" id="{FBEF2BC5-3DCA-D117-776E-E8EC272741B4}"/>
                      </a:ext>
                    </a:extLst>
                  </p:cNvPr>
                  <p:cNvSpPr txBox="1"/>
                  <p:nvPr/>
                </p:nvSpPr>
                <p:spPr>
                  <a:xfrm>
                    <a:off x="6645496" y="3024698"/>
                    <a:ext cx="1481623" cy="523220"/>
                  </a:xfrm>
                  <a:prstGeom prst="rect">
                    <a:avLst/>
                  </a:prstGeom>
                  <a:grp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latin typeface="Helvetica"/>
                        <a:cs typeface="Arial"/>
                      </a:rPr>
                      <a:t>Traffic Microsimulation</a:t>
                    </a:r>
                    <a:endParaRPr lang="en-US" sz="1400" dirty="0"/>
                  </a:p>
                </p:txBody>
              </p:sp>
            </p:grpSp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3F3381E6-D768-5474-40A3-E99D48F73E61}"/>
                    </a:ext>
                  </a:extLst>
                </p:cNvPr>
                <p:cNvSpPr txBox="1"/>
                <p:nvPr/>
              </p:nvSpPr>
              <p:spPr>
                <a:xfrm>
                  <a:off x="8257566" y="602643"/>
                  <a:ext cx="2402617" cy="707886"/>
                </a:xfrm>
                <a:prstGeom prst="rect">
                  <a:avLst/>
                </a:prstGeom>
                <a:grp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000" b="1" dirty="0">
                      <a:solidFill>
                        <a:srgbClr val="759D41"/>
                      </a:solidFill>
                      <a:latin typeface="Helvetica"/>
                      <a:cs typeface="Arial"/>
                    </a:rPr>
                    <a:t>Real-Sim Approach</a:t>
                  </a:r>
                  <a:endParaRPr lang="en-US" sz="2000" b="1" dirty="0">
                    <a:solidFill>
                      <a:srgbClr val="759D41"/>
                    </a:solidFill>
                  </a:endParaRPr>
                </a:p>
              </p:txBody>
            </p:sp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D0CEE9CC-A53A-C0B1-404F-525EF4E469B0}"/>
                    </a:ext>
                  </a:extLst>
                </p:cNvPr>
                <p:cNvSpPr txBox="1"/>
                <p:nvPr/>
              </p:nvSpPr>
              <p:spPr>
                <a:xfrm>
                  <a:off x="2024428" y="985597"/>
                  <a:ext cx="2380748" cy="307777"/>
                </a:xfrm>
                <a:prstGeom prst="rect">
                  <a:avLst/>
                </a:prstGeom>
                <a:grp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400" b="1" dirty="0">
                      <a:latin typeface="Helvetica"/>
                      <a:cs typeface="Arial"/>
                    </a:rPr>
                    <a:t>Conventional Approach</a:t>
                  </a:r>
                  <a:endParaRPr lang="en-US" sz="1400" b="1" dirty="0"/>
                </a:p>
              </p:txBody>
            </p:sp>
          </p:grpSp>
        </p:grpSp>
        <p:sp>
          <p:nvSpPr>
            <p:cNvPr id="170" name="Arrow: Right 169">
              <a:extLst>
                <a:ext uri="{FF2B5EF4-FFF2-40B4-BE49-F238E27FC236}">
                  <a16:creationId xmlns:a16="http://schemas.microsoft.com/office/drawing/2014/main" id="{7DD2E796-0C21-3C23-839F-1AD0319E11EF}"/>
                </a:ext>
              </a:extLst>
            </p:cNvPr>
            <p:cNvSpPr/>
            <p:nvPr/>
          </p:nvSpPr>
          <p:spPr>
            <a:xfrm>
              <a:off x="6088522" y="3377371"/>
              <a:ext cx="478837" cy="520626"/>
            </a:xfrm>
            <a:prstGeom prst="rightArrow">
              <a:avLst/>
            </a:prstGeom>
            <a:solidFill>
              <a:srgbClr val="6C923A"/>
            </a:solidFill>
            <a:ln w="38100">
              <a:noFill/>
              <a:miter lim="800000"/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</a:pPr>
              <a:endParaRPr 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6544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8FC1A34-BABB-43B4-BA29-8F0CF4C3855A}"/>
              </a:ext>
            </a:extLst>
          </p:cNvPr>
          <p:cNvSpPr/>
          <p:nvPr/>
        </p:nvSpPr>
        <p:spPr>
          <a:xfrm>
            <a:off x="1054533" y="903851"/>
            <a:ext cx="1486961" cy="593558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Traffic Simulator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4A01EB-1958-4742-A44B-99E93017788F}"/>
              </a:ext>
            </a:extLst>
          </p:cNvPr>
          <p:cNvSpPr/>
          <p:nvPr/>
        </p:nvSpPr>
        <p:spPr>
          <a:xfrm>
            <a:off x="3264333" y="903851"/>
            <a:ext cx="1486961" cy="593558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Traffic Layer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D99EDC-F163-47E9-8B16-4F65E9F0E8C6}"/>
              </a:ext>
            </a:extLst>
          </p:cNvPr>
          <p:cNvSpPr/>
          <p:nvPr/>
        </p:nvSpPr>
        <p:spPr>
          <a:xfrm>
            <a:off x="5474133" y="903851"/>
            <a:ext cx="1486961" cy="593558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Coord Merge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FDE71-0241-4783-8DD7-FD84D13B3A3B}"/>
              </a:ext>
            </a:extLst>
          </p:cNvPr>
          <p:cNvSpPr/>
          <p:nvPr/>
        </p:nvSpPr>
        <p:spPr>
          <a:xfrm>
            <a:off x="7692310" y="903851"/>
            <a:ext cx="1236538" cy="593558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Comms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478FCA-A9EA-4BA1-B31A-08520AE7C958}"/>
              </a:ext>
            </a:extLst>
          </p:cNvPr>
          <p:cNvSpPr/>
          <p:nvPr/>
        </p:nvSpPr>
        <p:spPr>
          <a:xfrm>
            <a:off x="9637647" y="915880"/>
            <a:ext cx="1115517" cy="593558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Ego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B0F6309-FAE9-4B02-880B-3AFC6405D6FB}"/>
              </a:ext>
            </a:extLst>
          </p:cNvPr>
          <p:cNvCxnSpPr>
            <a:cxnSpLocks/>
          </p:cNvCxnSpPr>
          <p:nvPr/>
        </p:nvCxnSpPr>
        <p:spPr>
          <a:xfrm>
            <a:off x="2541494" y="1059981"/>
            <a:ext cx="72283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DE53B13-23E6-4469-A235-C34B8714B0C2}"/>
              </a:ext>
            </a:extLst>
          </p:cNvPr>
          <p:cNvCxnSpPr>
            <a:cxnSpLocks/>
          </p:cNvCxnSpPr>
          <p:nvPr/>
        </p:nvCxnSpPr>
        <p:spPr>
          <a:xfrm>
            <a:off x="2541494" y="1380823"/>
            <a:ext cx="72283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0058E9A-148D-4774-8B2E-1769CC45571D}"/>
              </a:ext>
            </a:extLst>
          </p:cNvPr>
          <p:cNvCxnSpPr>
            <a:cxnSpLocks/>
          </p:cNvCxnSpPr>
          <p:nvPr/>
        </p:nvCxnSpPr>
        <p:spPr>
          <a:xfrm>
            <a:off x="4751294" y="1059981"/>
            <a:ext cx="72283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F697BF1-4C34-449B-A73F-772294AB86BA}"/>
              </a:ext>
            </a:extLst>
          </p:cNvPr>
          <p:cNvCxnSpPr>
            <a:cxnSpLocks/>
          </p:cNvCxnSpPr>
          <p:nvPr/>
        </p:nvCxnSpPr>
        <p:spPr>
          <a:xfrm>
            <a:off x="4751294" y="1380823"/>
            <a:ext cx="72283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F4C3A0F-4BAA-474B-BC85-BEE1A1BEDBDD}"/>
              </a:ext>
            </a:extLst>
          </p:cNvPr>
          <p:cNvCxnSpPr>
            <a:cxnSpLocks/>
          </p:cNvCxnSpPr>
          <p:nvPr/>
        </p:nvCxnSpPr>
        <p:spPr>
          <a:xfrm>
            <a:off x="6961094" y="1059981"/>
            <a:ext cx="72283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0C115A7-8CDE-4191-9F97-BF7D67C84BE5}"/>
              </a:ext>
            </a:extLst>
          </p:cNvPr>
          <p:cNvCxnSpPr>
            <a:cxnSpLocks/>
          </p:cNvCxnSpPr>
          <p:nvPr/>
        </p:nvCxnSpPr>
        <p:spPr>
          <a:xfrm>
            <a:off x="6961094" y="1380823"/>
            <a:ext cx="72283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B5C89E2-E607-4941-8112-3889EF00F55F}"/>
              </a:ext>
            </a:extLst>
          </p:cNvPr>
          <p:cNvCxnSpPr>
            <a:cxnSpLocks/>
          </p:cNvCxnSpPr>
          <p:nvPr/>
        </p:nvCxnSpPr>
        <p:spPr>
          <a:xfrm>
            <a:off x="8928848" y="1076492"/>
            <a:ext cx="72283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DB60D74-C82F-4EFB-B08B-8107CBDC920E}"/>
              </a:ext>
            </a:extLst>
          </p:cNvPr>
          <p:cNvCxnSpPr>
            <a:cxnSpLocks/>
          </p:cNvCxnSpPr>
          <p:nvPr/>
        </p:nvCxnSpPr>
        <p:spPr>
          <a:xfrm>
            <a:off x="8928848" y="1397334"/>
            <a:ext cx="72283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8FD4236-90D6-4A52-925C-406826586CD4}"/>
              </a:ext>
            </a:extLst>
          </p:cNvPr>
          <p:cNvSpPr/>
          <p:nvPr/>
        </p:nvSpPr>
        <p:spPr>
          <a:xfrm>
            <a:off x="1054533" y="1632780"/>
            <a:ext cx="824265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127.0.0.1</a:t>
            </a:r>
          </a:p>
          <a:p>
            <a:pPr>
              <a:lnSpc>
                <a:spcPct val="90000"/>
              </a:lnSpc>
            </a:pPr>
            <a:r>
              <a:rPr lang="en-US" sz="1200" dirty="0"/>
              <a:t>1337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53761AE-8C60-41D8-8B6F-D4E4F5E3F497}"/>
              </a:ext>
            </a:extLst>
          </p:cNvPr>
          <p:cNvSpPr/>
          <p:nvPr/>
        </p:nvSpPr>
        <p:spPr>
          <a:xfrm>
            <a:off x="3358462" y="1632780"/>
            <a:ext cx="1938351" cy="2585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YAML </a:t>
            </a:r>
            <a:r>
              <a:rPr lang="en-US" sz="1200" dirty="0" err="1"/>
              <a:t>ApplicationSetup</a:t>
            </a:r>
            <a:endParaRPr lang="en-US" sz="12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F701A9-3E6C-428A-A1AE-244B1EFFB63B}"/>
              </a:ext>
            </a:extLst>
          </p:cNvPr>
          <p:cNvSpPr/>
          <p:nvPr/>
        </p:nvSpPr>
        <p:spPr>
          <a:xfrm>
            <a:off x="5515166" y="1632780"/>
            <a:ext cx="1225015" cy="2585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YAML </a:t>
            </a:r>
            <a:r>
              <a:rPr lang="en-US" sz="1200" dirty="0" err="1"/>
              <a:t>XilSetup</a:t>
            </a:r>
            <a:endParaRPr lang="en-US" sz="12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ED2D68-5B66-4BFD-9C5F-67366615A70C}"/>
              </a:ext>
            </a:extLst>
          </p:cNvPr>
          <p:cNvSpPr/>
          <p:nvPr/>
        </p:nvSpPr>
        <p:spPr>
          <a:xfrm>
            <a:off x="7683933" y="1653538"/>
            <a:ext cx="1225015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Embedded in source code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66ABA8-DD2A-468F-99FC-EDD9985F71E6}"/>
              </a:ext>
            </a:extLst>
          </p:cNvPr>
          <p:cNvSpPr/>
          <p:nvPr/>
        </p:nvSpPr>
        <p:spPr>
          <a:xfrm>
            <a:off x="1180039" y="0"/>
            <a:ext cx="638316" cy="2585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Server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E3C6DB0-4B86-44A2-98F7-86B184BB1000}"/>
              </a:ext>
            </a:extLst>
          </p:cNvPr>
          <p:cNvSpPr/>
          <p:nvPr/>
        </p:nvSpPr>
        <p:spPr>
          <a:xfrm>
            <a:off x="3318121" y="29347"/>
            <a:ext cx="617477" cy="2585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Client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6B49FA7-36B3-4FD4-8576-CF6DA18294F7}"/>
              </a:ext>
            </a:extLst>
          </p:cNvPr>
          <p:cNvSpPr/>
          <p:nvPr/>
        </p:nvSpPr>
        <p:spPr>
          <a:xfrm>
            <a:off x="4169716" y="220922"/>
            <a:ext cx="638316" cy="2585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Server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29964EA-CD7F-418E-A333-7336BE357F5B}"/>
              </a:ext>
            </a:extLst>
          </p:cNvPr>
          <p:cNvSpPr/>
          <p:nvPr/>
        </p:nvSpPr>
        <p:spPr>
          <a:xfrm>
            <a:off x="5478523" y="243176"/>
            <a:ext cx="617477" cy="2585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Client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2A71C46-1DAF-48E0-9C3A-C93A43076871}"/>
              </a:ext>
            </a:extLst>
          </p:cNvPr>
          <p:cNvSpPr/>
          <p:nvPr/>
        </p:nvSpPr>
        <p:spPr>
          <a:xfrm>
            <a:off x="6421023" y="435374"/>
            <a:ext cx="638316" cy="2585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Server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8782301-4385-49B0-8E45-73C30810C4BF}"/>
              </a:ext>
            </a:extLst>
          </p:cNvPr>
          <p:cNvSpPr/>
          <p:nvPr/>
        </p:nvSpPr>
        <p:spPr>
          <a:xfrm>
            <a:off x="7638622" y="417874"/>
            <a:ext cx="617477" cy="2585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Client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FD84016-8905-47F3-A244-BB87EE8CC00F}"/>
              </a:ext>
            </a:extLst>
          </p:cNvPr>
          <p:cNvSpPr/>
          <p:nvPr/>
        </p:nvSpPr>
        <p:spPr>
          <a:xfrm>
            <a:off x="8310579" y="625205"/>
            <a:ext cx="638316" cy="2585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Server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79BA014-75AA-429A-86EA-60ADECA3CB0A}"/>
              </a:ext>
            </a:extLst>
          </p:cNvPr>
          <p:cNvSpPr/>
          <p:nvPr/>
        </p:nvSpPr>
        <p:spPr>
          <a:xfrm>
            <a:off x="9597306" y="625205"/>
            <a:ext cx="617477" cy="2585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Client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B41A8F9-33F2-46BC-B3D5-3EBD87218B2E}"/>
              </a:ext>
            </a:extLst>
          </p:cNvPr>
          <p:cNvSpPr/>
          <p:nvPr/>
        </p:nvSpPr>
        <p:spPr>
          <a:xfrm>
            <a:off x="443694" y="4348611"/>
            <a:ext cx="1486961" cy="593558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Traffic Simulator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4426BF3-4DE8-4437-8FFB-124153C734AC}"/>
              </a:ext>
            </a:extLst>
          </p:cNvPr>
          <p:cNvSpPr/>
          <p:nvPr/>
        </p:nvSpPr>
        <p:spPr>
          <a:xfrm>
            <a:off x="2653494" y="4348611"/>
            <a:ext cx="1486961" cy="593558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Traffic Layer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BB7232B-681F-4062-9537-636F061337E6}"/>
              </a:ext>
            </a:extLst>
          </p:cNvPr>
          <p:cNvSpPr/>
          <p:nvPr/>
        </p:nvSpPr>
        <p:spPr>
          <a:xfrm>
            <a:off x="4863294" y="4348611"/>
            <a:ext cx="1486961" cy="593558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Coord Merge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747F602-7A64-40F9-A728-A1E960EF0C30}"/>
              </a:ext>
            </a:extLst>
          </p:cNvPr>
          <p:cNvSpPr/>
          <p:nvPr/>
        </p:nvSpPr>
        <p:spPr>
          <a:xfrm>
            <a:off x="7081471" y="4348611"/>
            <a:ext cx="1236538" cy="593558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Comms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6A5E863-FB38-43C5-8731-99F91381C5A3}"/>
              </a:ext>
            </a:extLst>
          </p:cNvPr>
          <p:cNvSpPr/>
          <p:nvPr/>
        </p:nvSpPr>
        <p:spPr>
          <a:xfrm>
            <a:off x="10992004" y="4348611"/>
            <a:ext cx="1115517" cy="593558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Ego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E5F242A-B6FB-4050-866F-724A13325B81}"/>
              </a:ext>
            </a:extLst>
          </p:cNvPr>
          <p:cNvCxnSpPr>
            <a:cxnSpLocks/>
          </p:cNvCxnSpPr>
          <p:nvPr/>
        </p:nvCxnSpPr>
        <p:spPr>
          <a:xfrm>
            <a:off x="1930655" y="4504741"/>
            <a:ext cx="72283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B62B840-01AB-4EBD-91B3-E6CB3E45ED14}"/>
              </a:ext>
            </a:extLst>
          </p:cNvPr>
          <p:cNvCxnSpPr>
            <a:cxnSpLocks/>
          </p:cNvCxnSpPr>
          <p:nvPr/>
        </p:nvCxnSpPr>
        <p:spPr>
          <a:xfrm>
            <a:off x="1930655" y="4825583"/>
            <a:ext cx="72283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DCC5FD9-6DDC-491D-9A74-1792758D1253}"/>
              </a:ext>
            </a:extLst>
          </p:cNvPr>
          <p:cNvCxnSpPr>
            <a:cxnSpLocks/>
          </p:cNvCxnSpPr>
          <p:nvPr/>
        </p:nvCxnSpPr>
        <p:spPr>
          <a:xfrm>
            <a:off x="4140455" y="4504741"/>
            <a:ext cx="72283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42D9F88-C710-4C4F-B1C6-A1CB0722D340}"/>
              </a:ext>
            </a:extLst>
          </p:cNvPr>
          <p:cNvCxnSpPr>
            <a:cxnSpLocks/>
          </p:cNvCxnSpPr>
          <p:nvPr/>
        </p:nvCxnSpPr>
        <p:spPr>
          <a:xfrm>
            <a:off x="4140455" y="4825583"/>
            <a:ext cx="72283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F07AD55-5A3A-400F-9A84-F9DDCFF71BA6}"/>
              </a:ext>
            </a:extLst>
          </p:cNvPr>
          <p:cNvCxnSpPr>
            <a:cxnSpLocks/>
          </p:cNvCxnSpPr>
          <p:nvPr/>
        </p:nvCxnSpPr>
        <p:spPr>
          <a:xfrm>
            <a:off x="6350255" y="4504741"/>
            <a:ext cx="72283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C4E902E-49FD-42F2-B6A2-F717A8B0A819}"/>
              </a:ext>
            </a:extLst>
          </p:cNvPr>
          <p:cNvCxnSpPr>
            <a:cxnSpLocks/>
          </p:cNvCxnSpPr>
          <p:nvPr/>
        </p:nvCxnSpPr>
        <p:spPr>
          <a:xfrm>
            <a:off x="6350255" y="4825583"/>
            <a:ext cx="72283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2D47B38-1F12-41E6-BD12-8FDE50769B9F}"/>
              </a:ext>
            </a:extLst>
          </p:cNvPr>
          <p:cNvCxnSpPr>
            <a:cxnSpLocks/>
          </p:cNvCxnSpPr>
          <p:nvPr/>
        </p:nvCxnSpPr>
        <p:spPr>
          <a:xfrm>
            <a:off x="8318009" y="4521252"/>
            <a:ext cx="36141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7C8D16D-1446-4D59-AED0-532B98E658CB}"/>
              </a:ext>
            </a:extLst>
          </p:cNvPr>
          <p:cNvCxnSpPr>
            <a:cxnSpLocks/>
          </p:cNvCxnSpPr>
          <p:nvPr/>
        </p:nvCxnSpPr>
        <p:spPr>
          <a:xfrm>
            <a:off x="8318009" y="4842094"/>
            <a:ext cx="353738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6AD843EE-F712-4F7A-B6AC-2F2AC1CC3E05}"/>
              </a:ext>
            </a:extLst>
          </p:cNvPr>
          <p:cNvSpPr/>
          <p:nvPr/>
        </p:nvSpPr>
        <p:spPr>
          <a:xfrm>
            <a:off x="443694" y="5077540"/>
            <a:ext cx="824265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127.0.0.1</a:t>
            </a:r>
          </a:p>
          <a:p>
            <a:pPr>
              <a:lnSpc>
                <a:spcPct val="90000"/>
              </a:lnSpc>
            </a:pPr>
            <a:r>
              <a:rPr lang="en-US" sz="1200" dirty="0"/>
              <a:t>1337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B7BE3C8-70BB-4684-AC62-ED5C305A6045}"/>
              </a:ext>
            </a:extLst>
          </p:cNvPr>
          <p:cNvSpPr/>
          <p:nvPr/>
        </p:nvSpPr>
        <p:spPr>
          <a:xfrm>
            <a:off x="2747623" y="5077540"/>
            <a:ext cx="1938351" cy="2585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YAML </a:t>
            </a:r>
            <a:r>
              <a:rPr lang="en-US" sz="1200" dirty="0" err="1"/>
              <a:t>ApplicationSetup</a:t>
            </a:r>
            <a:endParaRPr lang="en-US" sz="120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B03C8CF-FC31-45F8-BAAD-CA3E4221CFF8}"/>
              </a:ext>
            </a:extLst>
          </p:cNvPr>
          <p:cNvSpPr/>
          <p:nvPr/>
        </p:nvSpPr>
        <p:spPr>
          <a:xfrm>
            <a:off x="4904327" y="5077540"/>
            <a:ext cx="1225015" cy="2585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YAML </a:t>
            </a:r>
            <a:r>
              <a:rPr lang="en-US" sz="1200" dirty="0" err="1"/>
              <a:t>XilSetup</a:t>
            </a:r>
            <a:endParaRPr lang="en-US" sz="12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A6F205E-FE01-44A1-808A-9006FF37658A}"/>
              </a:ext>
            </a:extLst>
          </p:cNvPr>
          <p:cNvSpPr/>
          <p:nvPr/>
        </p:nvSpPr>
        <p:spPr>
          <a:xfrm>
            <a:off x="7073094" y="5098298"/>
            <a:ext cx="1225015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Embedded in source code</a:t>
            </a:r>
          </a:p>
          <a:p>
            <a:pPr>
              <a:lnSpc>
                <a:spcPct val="90000"/>
              </a:lnSpc>
            </a:pPr>
            <a:endParaRPr lang="en-US" sz="1200" dirty="0"/>
          </a:p>
          <a:p>
            <a:pPr>
              <a:lnSpc>
                <a:spcPct val="90000"/>
              </a:lnSpc>
            </a:pPr>
            <a:r>
              <a:rPr lang="en-US" sz="1200" dirty="0"/>
              <a:t>Switch Flag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1E05A2B-2162-4B7C-8CFA-FA35F13DCF95}"/>
              </a:ext>
            </a:extLst>
          </p:cNvPr>
          <p:cNvSpPr/>
          <p:nvPr/>
        </p:nvSpPr>
        <p:spPr>
          <a:xfrm>
            <a:off x="527190" y="2994824"/>
            <a:ext cx="638316" cy="2585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Server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3D9BCE2-136A-4738-AE8C-533350B66302}"/>
              </a:ext>
            </a:extLst>
          </p:cNvPr>
          <p:cNvSpPr/>
          <p:nvPr/>
        </p:nvSpPr>
        <p:spPr>
          <a:xfrm>
            <a:off x="2665272" y="3024171"/>
            <a:ext cx="617477" cy="2585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Client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E45E5F3-15FC-4F9A-8C5C-D2D080848D8D}"/>
              </a:ext>
            </a:extLst>
          </p:cNvPr>
          <p:cNvSpPr/>
          <p:nvPr/>
        </p:nvSpPr>
        <p:spPr>
          <a:xfrm>
            <a:off x="3516867" y="3215746"/>
            <a:ext cx="638316" cy="2585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Server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AEEE933-1C54-47F6-B98D-C7E16CD5A2B4}"/>
              </a:ext>
            </a:extLst>
          </p:cNvPr>
          <p:cNvSpPr/>
          <p:nvPr/>
        </p:nvSpPr>
        <p:spPr>
          <a:xfrm>
            <a:off x="4825674" y="3238000"/>
            <a:ext cx="617477" cy="2585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Client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D174C8E-BE6D-40B4-9A56-7008227A0BD4}"/>
              </a:ext>
            </a:extLst>
          </p:cNvPr>
          <p:cNvSpPr/>
          <p:nvPr/>
        </p:nvSpPr>
        <p:spPr>
          <a:xfrm>
            <a:off x="5768174" y="3430198"/>
            <a:ext cx="638316" cy="2585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Server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708B971-5D9A-4EB3-9132-2906EBE36335}"/>
              </a:ext>
            </a:extLst>
          </p:cNvPr>
          <p:cNvSpPr/>
          <p:nvPr/>
        </p:nvSpPr>
        <p:spPr>
          <a:xfrm>
            <a:off x="6985773" y="3412698"/>
            <a:ext cx="617477" cy="2585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Client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4FE9A18-0324-4FEC-8F7A-72EC7DB933AC}"/>
              </a:ext>
            </a:extLst>
          </p:cNvPr>
          <p:cNvSpPr/>
          <p:nvPr/>
        </p:nvSpPr>
        <p:spPr>
          <a:xfrm>
            <a:off x="7765760" y="3620029"/>
            <a:ext cx="617477" cy="2585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Client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F64D209-4213-4581-B8D5-8C714C8B4A4A}"/>
              </a:ext>
            </a:extLst>
          </p:cNvPr>
          <p:cNvSpPr/>
          <p:nvPr/>
        </p:nvSpPr>
        <p:spPr>
          <a:xfrm>
            <a:off x="8609690" y="3620029"/>
            <a:ext cx="638316" cy="2585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Server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E40532C-3CE2-4A8F-87CE-AFA41B7E6334}"/>
              </a:ext>
            </a:extLst>
          </p:cNvPr>
          <p:cNvSpPr/>
          <p:nvPr/>
        </p:nvSpPr>
        <p:spPr>
          <a:xfrm>
            <a:off x="8671748" y="4348611"/>
            <a:ext cx="617478" cy="593558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182880" rIns="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RSU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E5AC239-7E3B-4F24-A339-ED539C725712}"/>
              </a:ext>
            </a:extLst>
          </p:cNvPr>
          <p:cNvSpPr/>
          <p:nvPr/>
        </p:nvSpPr>
        <p:spPr>
          <a:xfrm>
            <a:off x="9651687" y="4348611"/>
            <a:ext cx="617478" cy="593558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182880" rIns="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OBU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71A0A988-3A17-4915-A9A2-D9C51C1C7329}"/>
              </a:ext>
            </a:extLst>
          </p:cNvPr>
          <p:cNvCxnSpPr>
            <a:cxnSpLocks/>
          </p:cNvCxnSpPr>
          <p:nvPr/>
        </p:nvCxnSpPr>
        <p:spPr>
          <a:xfrm>
            <a:off x="9285578" y="4521252"/>
            <a:ext cx="36141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D03CE700-3AC2-4623-B01D-C17A1E824ECB}"/>
              </a:ext>
            </a:extLst>
          </p:cNvPr>
          <p:cNvCxnSpPr>
            <a:cxnSpLocks/>
          </p:cNvCxnSpPr>
          <p:nvPr/>
        </p:nvCxnSpPr>
        <p:spPr>
          <a:xfrm>
            <a:off x="9285578" y="4842094"/>
            <a:ext cx="353738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74DD1BF0-D6FA-46E6-910A-C304D140D108}"/>
              </a:ext>
            </a:extLst>
          </p:cNvPr>
          <p:cNvCxnSpPr>
            <a:cxnSpLocks/>
          </p:cNvCxnSpPr>
          <p:nvPr/>
        </p:nvCxnSpPr>
        <p:spPr>
          <a:xfrm>
            <a:off x="10269165" y="4521252"/>
            <a:ext cx="72283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B248714C-3365-4A2A-A608-8D5CACECC1EC}"/>
              </a:ext>
            </a:extLst>
          </p:cNvPr>
          <p:cNvCxnSpPr>
            <a:cxnSpLocks/>
          </p:cNvCxnSpPr>
          <p:nvPr/>
        </p:nvCxnSpPr>
        <p:spPr>
          <a:xfrm>
            <a:off x="10269165" y="4842094"/>
            <a:ext cx="72283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CE0D07BD-1D9E-4178-A6ED-ADF9F918D84E}"/>
              </a:ext>
            </a:extLst>
          </p:cNvPr>
          <p:cNvSpPr/>
          <p:nvPr/>
        </p:nvSpPr>
        <p:spPr>
          <a:xfrm>
            <a:off x="9774405" y="4028641"/>
            <a:ext cx="638316" cy="2585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Server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39CB76A-D394-42D1-9AA4-5A79E6CC3CAB}"/>
              </a:ext>
            </a:extLst>
          </p:cNvPr>
          <p:cNvSpPr/>
          <p:nvPr/>
        </p:nvSpPr>
        <p:spPr>
          <a:xfrm>
            <a:off x="10992004" y="4011141"/>
            <a:ext cx="617477" cy="2585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Client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E9CAA60B-746A-492D-B570-C0E62C4976F3}"/>
              </a:ext>
            </a:extLst>
          </p:cNvPr>
          <p:cNvSpPr/>
          <p:nvPr/>
        </p:nvSpPr>
        <p:spPr>
          <a:xfrm>
            <a:off x="8494878" y="5069536"/>
            <a:ext cx="1079142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192.168.0.54</a:t>
            </a:r>
          </a:p>
          <a:p>
            <a:pPr>
              <a:lnSpc>
                <a:spcPct val="90000"/>
              </a:lnSpc>
            </a:pPr>
            <a:r>
              <a:rPr lang="en-US" sz="1200" dirty="0"/>
              <a:t>50067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8ADED73A-771B-42A8-8B22-8FC9C0DC1D10}"/>
              </a:ext>
            </a:extLst>
          </p:cNvPr>
          <p:cNvSpPr/>
          <p:nvPr/>
        </p:nvSpPr>
        <p:spPr>
          <a:xfrm>
            <a:off x="9553992" y="5077540"/>
            <a:ext cx="370614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XX</a:t>
            </a:r>
          </a:p>
          <a:p>
            <a:pPr>
              <a:lnSpc>
                <a:spcPct val="90000"/>
              </a:lnSpc>
            </a:pPr>
            <a:r>
              <a:rPr lang="en-US" sz="1200" dirty="0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1381279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 85">
            <a:extLst>
              <a:ext uri="{FF2B5EF4-FFF2-40B4-BE49-F238E27FC236}">
                <a16:creationId xmlns:a16="http://schemas.microsoft.com/office/drawing/2014/main" id="{31856508-2C3B-44DE-832F-F6722C14E232}"/>
              </a:ext>
            </a:extLst>
          </p:cNvPr>
          <p:cNvSpPr/>
          <p:nvPr/>
        </p:nvSpPr>
        <p:spPr>
          <a:xfrm>
            <a:off x="902332" y="706883"/>
            <a:ext cx="887608" cy="453702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1371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chemeClr val="tx1"/>
                </a:solidFill>
                <a:latin typeface="Helvetica" panose="020B0604020202020204" pitchFamily="34" charset="0"/>
              </a:rPr>
              <a:t>Traffic Simulator 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3FDC4E6A-7827-44CC-9B15-46E5848F58A3}"/>
              </a:ext>
            </a:extLst>
          </p:cNvPr>
          <p:cNvSpPr txBox="1"/>
          <p:nvPr/>
        </p:nvSpPr>
        <p:spPr>
          <a:xfrm>
            <a:off x="954587" y="1735521"/>
            <a:ext cx="59959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Helvetica" panose="020B0604020202020204" pitchFamily="34" charset="0"/>
              </a:rPr>
              <a:t>Simulate one step</a:t>
            </a:r>
          </a:p>
        </p:txBody>
      </p:sp>
      <p:sp>
        <p:nvSpPr>
          <p:cNvPr id="142" name="Arrow: Right 141">
            <a:extLst>
              <a:ext uri="{FF2B5EF4-FFF2-40B4-BE49-F238E27FC236}">
                <a16:creationId xmlns:a16="http://schemas.microsoft.com/office/drawing/2014/main" id="{A150D142-C8DD-4A26-8272-B8B8960AF719}"/>
              </a:ext>
            </a:extLst>
          </p:cNvPr>
          <p:cNvSpPr/>
          <p:nvPr/>
        </p:nvSpPr>
        <p:spPr>
          <a:xfrm rot="5400000" flipV="1">
            <a:off x="1420987" y="4326977"/>
            <a:ext cx="228600" cy="91440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E077A401-48A4-41E1-AED9-6EB33B037FD1}"/>
              </a:ext>
            </a:extLst>
          </p:cNvPr>
          <p:cNvSpPr/>
          <p:nvPr/>
        </p:nvSpPr>
        <p:spPr>
          <a:xfrm>
            <a:off x="4029509" y="706883"/>
            <a:ext cx="811742" cy="453702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1371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chemeClr val="tx1"/>
                </a:solidFill>
                <a:latin typeface="Helvetica" panose="020B0604020202020204" pitchFamily="34" charset="0"/>
              </a:rPr>
              <a:t>CAV Application Client</a:t>
            </a:r>
          </a:p>
        </p:txBody>
      </p:sp>
      <p:sp>
        <p:nvSpPr>
          <p:cNvPr id="66" name="Arrow: Right 65">
            <a:extLst>
              <a:ext uri="{FF2B5EF4-FFF2-40B4-BE49-F238E27FC236}">
                <a16:creationId xmlns:a16="http://schemas.microsoft.com/office/drawing/2014/main" id="{4518740A-C651-4C4F-9516-02DDCCF3E860}"/>
              </a:ext>
            </a:extLst>
          </p:cNvPr>
          <p:cNvSpPr/>
          <p:nvPr/>
        </p:nvSpPr>
        <p:spPr>
          <a:xfrm rot="5400000" flipV="1">
            <a:off x="1436763" y="1873605"/>
            <a:ext cx="228600" cy="91440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67" name="Arrow: Right 66">
            <a:extLst>
              <a:ext uri="{FF2B5EF4-FFF2-40B4-BE49-F238E27FC236}">
                <a16:creationId xmlns:a16="http://schemas.microsoft.com/office/drawing/2014/main" id="{EA224652-A069-4BC9-B5E1-A46BC9DB14F6}"/>
              </a:ext>
            </a:extLst>
          </p:cNvPr>
          <p:cNvSpPr/>
          <p:nvPr/>
        </p:nvSpPr>
        <p:spPr>
          <a:xfrm rot="5400000" flipV="1">
            <a:off x="921874" y="2986752"/>
            <a:ext cx="1270184" cy="137160"/>
          </a:xfrm>
          <a:prstGeom prst="rightArrow">
            <a:avLst/>
          </a:prstGeom>
          <a:noFill/>
          <a:ln w="12700">
            <a:solidFill>
              <a:schemeClr val="accent3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F53F4E7-D552-4C97-A1B1-A9EE8280847A}"/>
              </a:ext>
            </a:extLst>
          </p:cNvPr>
          <p:cNvSpPr/>
          <p:nvPr/>
        </p:nvSpPr>
        <p:spPr>
          <a:xfrm>
            <a:off x="1918955" y="717223"/>
            <a:ext cx="1997135" cy="452668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1371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chemeClr val="tx1"/>
                </a:solidFill>
                <a:latin typeface="Helvetica" panose="020B0604020202020204" pitchFamily="34" charset="0"/>
              </a:rPr>
              <a:t>Flexible Real-Sim Interface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6623EF7-6843-4A27-8352-A324C09BA3AD}"/>
              </a:ext>
            </a:extLst>
          </p:cNvPr>
          <p:cNvSpPr/>
          <p:nvPr/>
        </p:nvSpPr>
        <p:spPr>
          <a:xfrm>
            <a:off x="2026452" y="984557"/>
            <a:ext cx="743437" cy="3356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chemeClr val="tx1"/>
                </a:solidFill>
                <a:latin typeface="Helvetica" panose="020B0604020202020204" pitchFamily="34" charset="0"/>
              </a:rPr>
              <a:t>Traffic Layer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4BE932B-3401-4FD1-A6C7-389C0FA4A586}"/>
              </a:ext>
            </a:extLst>
          </p:cNvPr>
          <p:cNvSpPr/>
          <p:nvPr/>
        </p:nvSpPr>
        <p:spPr>
          <a:xfrm>
            <a:off x="2922448" y="989320"/>
            <a:ext cx="848636" cy="3356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  <a:rou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chemeClr val="tx1"/>
                </a:solidFill>
                <a:latin typeface="Helvetica" panose="020B0604020202020204" pitchFamily="34" charset="0"/>
              </a:rPr>
              <a:t>Application Layer</a:t>
            </a:r>
          </a:p>
        </p:txBody>
      </p:sp>
      <p:sp>
        <p:nvSpPr>
          <p:cNvPr id="83" name="Arrow: Right 82">
            <a:extLst>
              <a:ext uri="{FF2B5EF4-FFF2-40B4-BE49-F238E27FC236}">
                <a16:creationId xmlns:a16="http://schemas.microsoft.com/office/drawing/2014/main" id="{F7224D1B-DC4D-48DE-8FD6-AFA908112101}"/>
              </a:ext>
            </a:extLst>
          </p:cNvPr>
          <p:cNvSpPr/>
          <p:nvPr/>
        </p:nvSpPr>
        <p:spPr>
          <a:xfrm rot="5400000">
            <a:off x="4024033" y="1854210"/>
            <a:ext cx="502920" cy="91440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98EAB2D6-BD7B-4361-B710-9E66749FF0F8}"/>
              </a:ext>
            </a:extLst>
          </p:cNvPr>
          <p:cNvSpPr/>
          <p:nvPr/>
        </p:nvSpPr>
        <p:spPr>
          <a:xfrm>
            <a:off x="1437036" y="1544395"/>
            <a:ext cx="228600" cy="2286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28575">
            <a:solidFill>
              <a:schemeClr val="accent3"/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EBC78523-6C71-4B38-9CA0-7FF30FF6BF2A}"/>
              </a:ext>
            </a:extLst>
          </p:cNvPr>
          <p:cNvSpPr/>
          <p:nvPr/>
        </p:nvSpPr>
        <p:spPr>
          <a:xfrm>
            <a:off x="1437036" y="2058475"/>
            <a:ext cx="228600" cy="2286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28575">
            <a:solidFill>
              <a:schemeClr val="accent3"/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sz="9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5C18E347-2F23-4B15-95CB-0291F951107C}"/>
                  </a:ext>
                </a:extLst>
              </p:cNvPr>
              <p:cNvSpPr txBox="1"/>
              <p:nvPr/>
            </p:nvSpPr>
            <p:spPr>
              <a:xfrm>
                <a:off x="998551" y="1533054"/>
                <a:ext cx="39732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5C18E347-2F23-4B15-95CB-0291F95110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551" y="1533054"/>
                <a:ext cx="397329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FA938B9E-1A41-496B-B2AD-10AD157548A5}"/>
                  </a:ext>
                </a:extLst>
              </p:cNvPr>
              <p:cNvSpPr txBox="1"/>
              <p:nvPr/>
            </p:nvSpPr>
            <p:spPr>
              <a:xfrm>
                <a:off x="859823" y="2198274"/>
                <a:ext cx="680323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FA938B9E-1A41-496B-B2AD-10AD157548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823" y="2198274"/>
                <a:ext cx="680323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A3219E94-45D0-4259-A6BE-312A253DDBE8}"/>
                  </a:ext>
                </a:extLst>
              </p:cNvPr>
              <p:cNvSpPr txBox="1"/>
              <p:nvPr/>
            </p:nvSpPr>
            <p:spPr>
              <a:xfrm>
                <a:off x="4349654" y="1346924"/>
                <a:ext cx="39732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A3219E94-45D0-4259-A6BE-312A253DDB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9654" y="1346924"/>
                <a:ext cx="397329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Oval 94">
            <a:extLst>
              <a:ext uri="{FF2B5EF4-FFF2-40B4-BE49-F238E27FC236}">
                <a16:creationId xmlns:a16="http://schemas.microsoft.com/office/drawing/2014/main" id="{C26B9760-1687-40DB-B1B1-EDEF0D916DC7}"/>
              </a:ext>
            </a:extLst>
          </p:cNvPr>
          <p:cNvSpPr/>
          <p:nvPr/>
        </p:nvSpPr>
        <p:spPr>
          <a:xfrm>
            <a:off x="4164443" y="1345258"/>
            <a:ext cx="228600" cy="2286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/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6EE6B235-A8D3-4FE0-9EC6-F9382F02EDC3}"/>
              </a:ext>
            </a:extLst>
          </p:cNvPr>
          <p:cNvSpPr/>
          <p:nvPr/>
        </p:nvSpPr>
        <p:spPr>
          <a:xfrm>
            <a:off x="4164443" y="2287000"/>
            <a:ext cx="228600" cy="2286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/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115" name="Arrow: Right 114">
            <a:extLst>
              <a:ext uri="{FF2B5EF4-FFF2-40B4-BE49-F238E27FC236}">
                <a16:creationId xmlns:a16="http://schemas.microsoft.com/office/drawing/2014/main" id="{39227BFD-D309-49BE-A39E-CE20A3F73D17}"/>
              </a:ext>
            </a:extLst>
          </p:cNvPr>
          <p:cNvSpPr/>
          <p:nvPr/>
        </p:nvSpPr>
        <p:spPr>
          <a:xfrm rot="11040772" flipH="1">
            <a:off x="1704130" y="1699289"/>
            <a:ext cx="2423160" cy="91440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127" name="Arrow: Right 126">
            <a:extLst>
              <a:ext uri="{FF2B5EF4-FFF2-40B4-BE49-F238E27FC236}">
                <a16:creationId xmlns:a16="http://schemas.microsoft.com/office/drawing/2014/main" id="{EE4701F8-7736-4E68-B95E-5D342149C6CC}"/>
              </a:ext>
            </a:extLst>
          </p:cNvPr>
          <p:cNvSpPr/>
          <p:nvPr/>
        </p:nvSpPr>
        <p:spPr>
          <a:xfrm rot="11040772" flipH="1">
            <a:off x="3483971" y="1890121"/>
            <a:ext cx="640080" cy="91440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131" name="Arrow: Right 130">
            <a:extLst>
              <a:ext uri="{FF2B5EF4-FFF2-40B4-BE49-F238E27FC236}">
                <a16:creationId xmlns:a16="http://schemas.microsoft.com/office/drawing/2014/main" id="{0A0B6984-6E74-460D-B21B-4D6204CA2679}"/>
              </a:ext>
            </a:extLst>
          </p:cNvPr>
          <p:cNvSpPr/>
          <p:nvPr/>
        </p:nvSpPr>
        <p:spPr>
          <a:xfrm rot="5400000">
            <a:off x="3780681" y="3041024"/>
            <a:ext cx="995852" cy="91440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7075C978-6111-44C4-99E2-C153D92B3B04}"/>
                  </a:ext>
                </a:extLst>
              </p:cNvPr>
              <p:cNvSpPr txBox="1"/>
              <p:nvPr/>
            </p:nvSpPr>
            <p:spPr>
              <a:xfrm>
                <a:off x="2501496" y="1422202"/>
                <a:ext cx="628737" cy="553998"/>
              </a:xfrm>
              <a:prstGeom prst="rect">
                <a:avLst/>
              </a:prstGeom>
              <a:solidFill>
                <a:schemeClr val="bg1">
                  <a:alpha val="4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1000" dirty="0">
                    <a:latin typeface="Helvetica" panose="020B0604020202020204" pitchFamily="34" charset="0"/>
                  </a:rPr>
                  <a:t>Traffic States 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0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000" dirty="0">
                  <a:latin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7075C978-6111-44C4-99E2-C153D92B3B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1496" y="1422202"/>
                <a:ext cx="628737" cy="553998"/>
              </a:xfrm>
              <a:prstGeom prst="rect">
                <a:avLst/>
              </a:prstGeom>
              <a:blipFill>
                <a:blip r:embed="rId5"/>
                <a:stretch>
                  <a:fillRect b="-2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BA3C8CD2-66A5-4898-B581-E902ACAB768C}"/>
                  </a:ext>
                </a:extLst>
              </p:cNvPr>
              <p:cNvSpPr txBox="1"/>
              <p:nvPr/>
            </p:nvSpPr>
            <p:spPr>
              <a:xfrm>
                <a:off x="3277886" y="1976272"/>
                <a:ext cx="789533" cy="400110"/>
              </a:xfrm>
              <a:prstGeom prst="rect">
                <a:avLst/>
              </a:prstGeom>
              <a:solidFill>
                <a:schemeClr val="bg1">
                  <a:alpha val="4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000" dirty="0">
                    <a:latin typeface="Helvetica" panose="020B0604020202020204" pitchFamily="34" charset="0"/>
                  </a:rPr>
                  <a:t>Cmd</a:t>
                </a:r>
                <a:endParaRPr lang="en-US" sz="10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0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00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0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dirty="0">
                  <a:latin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BA3C8CD2-66A5-4898-B581-E902ACAB76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7886" y="1976272"/>
                <a:ext cx="789533" cy="400110"/>
              </a:xfrm>
              <a:prstGeom prst="rect">
                <a:avLst/>
              </a:prstGeom>
              <a:blipFill>
                <a:blip r:embed="rId6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TextBox 138">
            <a:extLst>
              <a:ext uri="{FF2B5EF4-FFF2-40B4-BE49-F238E27FC236}">
                <a16:creationId xmlns:a16="http://schemas.microsoft.com/office/drawing/2014/main" id="{EB2E3CE0-47ED-4765-955C-4360E41771F1}"/>
              </a:ext>
            </a:extLst>
          </p:cNvPr>
          <p:cNvSpPr txBox="1"/>
          <p:nvPr/>
        </p:nvSpPr>
        <p:spPr>
          <a:xfrm>
            <a:off x="4354021" y="1638096"/>
            <a:ext cx="48908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Helvetica" panose="020B0604020202020204" pitchFamily="34" charset="0"/>
              </a:rPr>
              <a:t>Hold last states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D0773B1B-D51C-489F-8288-C9591ABA351D}"/>
              </a:ext>
            </a:extLst>
          </p:cNvPr>
          <p:cNvSpPr txBox="1"/>
          <p:nvPr/>
        </p:nvSpPr>
        <p:spPr>
          <a:xfrm>
            <a:off x="4058628" y="2986168"/>
            <a:ext cx="723639" cy="153888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000" dirty="0">
                <a:latin typeface="Helvetica" panose="020B0604020202020204" pitchFamily="34" charset="0"/>
              </a:rPr>
              <a:t>Interpolation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1CE1800F-1ECC-4ABE-B4B2-80026F980FF3}"/>
              </a:ext>
            </a:extLst>
          </p:cNvPr>
          <p:cNvSpPr txBox="1"/>
          <p:nvPr/>
        </p:nvSpPr>
        <p:spPr>
          <a:xfrm>
            <a:off x="1086047" y="2897439"/>
            <a:ext cx="59959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Helvetica" panose="020B0604020202020204" pitchFamily="34" charset="0"/>
              </a:rPr>
              <a:t>Idle</a:t>
            </a:r>
          </a:p>
        </p:txBody>
      </p:sp>
      <p:sp>
        <p:nvSpPr>
          <p:cNvPr id="144" name="Arrow: Right 143">
            <a:extLst>
              <a:ext uri="{FF2B5EF4-FFF2-40B4-BE49-F238E27FC236}">
                <a16:creationId xmlns:a16="http://schemas.microsoft.com/office/drawing/2014/main" id="{2683DAA4-D6E3-4418-8DBF-605479A4690E}"/>
              </a:ext>
            </a:extLst>
          </p:cNvPr>
          <p:cNvSpPr/>
          <p:nvPr/>
        </p:nvSpPr>
        <p:spPr>
          <a:xfrm rot="5400000">
            <a:off x="4127841" y="4067484"/>
            <a:ext cx="305544" cy="87428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21E2F8D8-709C-40AB-87DA-69FC5AF8BAEB}"/>
              </a:ext>
            </a:extLst>
          </p:cNvPr>
          <p:cNvSpPr/>
          <p:nvPr/>
        </p:nvSpPr>
        <p:spPr>
          <a:xfrm>
            <a:off x="1421260" y="3997767"/>
            <a:ext cx="228600" cy="2286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28575">
            <a:solidFill>
              <a:schemeClr val="accent3"/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D2B5BD05-777E-42FA-AB8F-B1C68A7BFBA3}"/>
              </a:ext>
            </a:extLst>
          </p:cNvPr>
          <p:cNvSpPr/>
          <p:nvPr/>
        </p:nvSpPr>
        <p:spPr>
          <a:xfrm>
            <a:off x="1421260" y="4511848"/>
            <a:ext cx="228600" cy="2286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28575">
            <a:solidFill>
              <a:schemeClr val="accent3"/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sz="9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530BE65F-BC87-42EC-8907-04CF3CC0CBAD}"/>
                  </a:ext>
                </a:extLst>
              </p:cNvPr>
              <p:cNvSpPr txBox="1"/>
              <p:nvPr/>
            </p:nvSpPr>
            <p:spPr>
              <a:xfrm>
                <a:off x="857209" y="4621048"/>
                <a:ext cx="674074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530BE65F-BC87-42EC-8907-04CF3CC0CB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09" y="4621048"/>
                <a:ext cx="674074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23AFAF7D-A7FA-4258-A146-EA6E19433B83}"/>
                  </a:ext>
                </a:extLst>
              </p:cNvPr>
              <p:cNvSpPr txBox="1"/>
              <p:nvPr/>
            </p:nvSpPr>
            <p:spPr>
              <a:xfrm>
                <a:off x="4328339" y="3602412"/>
                <a:ext cx="61228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23AFAF7D-A7FA-4258-A146-EA6E19433B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8339" y="3602412"/>
                <a:ext cx="612280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0" name="Oval 149">
            <a:extLst>
              <a:ext uri="{FF2B5EF4-FFF2-40B4-BE49-F238E27FC236}">
                <a16:creationId xmlns:a16="http://schemas.microsoft.com/office/drawing/2014/main" id="{56A8D2AC-E53E-4E3D-81E6-783E68342B96}"/>
              </a:ext>
            </a:extLst>
          </p:cNvPr>
          <p:cNvSpPr/>
          <p:nvPr/>
        </p:nvSpPr>
        <p:spPr>
          <a:xfrm>
            <a:off x="4171568" y="3655213"/>
            <a:ext cx="228600" cy="2286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/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2369F54D-369F-4BE3-8D89-AD5F6AA66E4A}"/>
              </a:ext>
            </a:extLst>
          </p:cNvPr>
          <p:cNvSpPr/>
          <p:nvPr/>
        </p:nvSpPr>
        <p:spPr>
          <a:xfrm>
            <a:off x="4179096" y="4321115"/>
            <a:ext cx="228600" cy="2286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/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152" name="Arrow: Right 151">
            <a:extLst>
              <a:ext uri="{FF2B5EF4-FFF2-40B4-BE49-F238E27FC236}">
                <a16:creationId xmlns:a16="http://schemas.microsoft.com/office/drawing/2014/main" id="{AD809CFA-AC88-42CC-9956-CAEC204DA64F}"/>
              </a:ext>
            </a:extLst>
          </p:cNvPr>
          <p:cNvSpPr/>
          <p:nvPr/>
        </p:nvSpPr>
        <p:spPr>
          <a:xfrm rot="11040772" flipH="1">
            <a:off x="2446568" y="4223838"/>
            <a:ext cx="1735317" cy="116494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153" name="Arrow: Right 152">
            <a:extLst>
              <a:ext uri="{FF2B5EF4-FFF2-40B4-BE49-F238E27FC236}">
                <a16:creationId xmlns:a16="http://schemas.microsoft.com/office/drawing/2014/main" id="{83701424-2C5B-4D6C-9FA1-62BC14308ACB}"/>
              </a:ext>
            </a:extLst>
          </p:cNvPr>
          <p:cNvSpPr/>
          <p:nvPr/>
        </p:nvSpPr>
        <p:spPr>
          <a:xfrm rot="11040772" flipH="1">
            <a:off x="3538532" y="4415626"/>
            <a:ext cx="640080" cy="91440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5A209C2F-7A21-4D1F-8B11-13786423A245}"/>
              </a:ext>
            </a:extLst>
          </p:cNvPr>
          <p:cNvSpPr txBox="1"/>
          <p:nvPr/>
        </p:nvSpPr>
        <p:spPr>
          <a:xfrm>
            <a:off x="923548" y="4190824"/>
            <a:ext cx="59959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Helvetica" panose="020B0604020202020204" pitchFamily="34" charset="0"/>
              </a:rPr>
              <a:t>Simulate one step</a:t>
            </a:r>
          </a:p>
        </p:txBody>
      </p:sp>
      <p:sp>
        <p:nvSpPr>
          <p:cNvPr id="156" name="Arrow: Right 155">
            <a:extLst>
              <a:ext uri="{FF2B5EF4-FFF2-40B4-BE49-F238E27FC236}">
                <a16:creationId xmlns:a16="http://schemas.microsoft.com/office/drawing/2014/main" id="{56601CAA-A6DF-429F-B70E-330A179A424F}"/>
              </a:ext>
            </a:extLst>
          </p:cNvPr>
          <p:cNvSpPr/>
          <p:nvPr/>
        </p:nvSpPr>
        <p:spPr>
          <a:xfrm rot="10559228">
            <a:off x="2464531" y="3788633"/>
            <a:ext cx="1661677" cy="100393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5B81A059-6424-4820-9360-7AF919C0C2DD}"/>
                  </a:ext>
                </a:extLst>
              </p:cNvPr>
              <p:cNvSpPr txBox="1"/>
              <p:nvPr/>
            </p:nvSpPr>
            <p:spPr>
              <a:xfrm>
                <a:off x="2524173" y="4010370"/>
                <a:ext cx="790012" cy="553998"/>
              </a:xfrm>
              <a:prstGeom prst="rect">
                <a:avLst/>
              </a:prstGeom>
              <a:solidFill>
                <a:schemeClr val="bg1">
                  <a:alpha val="4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1000" dirty="0">
                    <a:latin typeface="Helvetica" panose="020B0604020202020204" pitchFamily="34" charset="0"/>
                  </a:rPr>
                  <a:t>Traffic States 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0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000" i="1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100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10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000" dirty="0">
                  <a:latin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5B81A059-6424-4820-9360-7AF919C0C2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4173" y="4010370"/>
                <a:ext cx="790012" cy="553998"/>
              </a:xfrm>
              <a:prstGeom prst="rect">
                <a:avLst/>
              </a:prstGeom>
              <a:blipFill>
                <a:blip r:embed="rId9"/>
                <a:stretch>
                  <a:fillRect b="-2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6FC66FED-0A71-49E8-B01A-5F3889AD1877}"/>
                  </a:ext>
                </a:extLst>
              </p:cNvPr>
              <p:cNvSpPr txBox="1"/>
              <p:nvPr/>
            </p:nvSpPr>
            <p:spPr>
              <a:xfrm>
                <a:off x="2430359" y="3422837"/>
                <a:ext cx="936728" cy="307777"/>
              </a:xfrm>
              <a:prstGeom prst="rect">
                <a:avLst/>
              </a:prstGeom>
              <a:solidFill>
                <a:schemeClr val="bg1">
                  <a:alpha val="40000"/>
                </a:schemeClr>
              </a:solidFill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en-US" sz="1000" dirty="0">
                    <a:latin typeface="Helvetica" panose="020B0604020202020204" pitchFamily="34" charset="0"/>
                  </a:rPr>
                  <a:t>Actual </a:t>
                </a:r>
                <a:endParaRPr lang="en-US" sz="1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0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00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0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dirty="0">
                  <a:latin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6FC66FED-0A71-49E8-B01A-5F3889AD18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0359" y="3422837"/>
                <a:ext cx="936728" cy="307777"/>
              </a:xfrm>
              <a:prstGeom prst="rect">
                <a:avLst/>
              </a:prstGeom>
              <a:blipFill>
                <a:blip r:embed="rId10"/>
                <a:stretch>
                  <a:fillRect t="-13725"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641CEF82-CFCC-4CC2-BF50-A0FDE94C6776}"/>
                  </a:ext>
                </a:extLst>
              </p:cNvPr>
              <p:cNvSpPr txBox="1"/>
              <p:nvPr/>
            </p:nvSpPr>
            <p:spPr>
              <a:xfrm>
                <a:off x="3390182" y="4463773"/>
                <a:ext cx="779176" cy="400110"/>
              </a:xfrm>
              <a:prstGeom prst="rect">
                <a:avLst/>
              </a:prstGeom>
              <a:solidFill>
                <a:schemeClr val="bg1">
                  <a:alpha val="4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1000" dirty="0">
                    <a:latin typeface="Helvetica" panose="020B0604020202020204" pitchFamily="34" charset="0"/>
                  </a:rPr>
                  <a:t>Cmd</a:t>
                </a:r>
                <a:endParaRPr lang="en-US" sz="1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0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000"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US" sz="100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0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dirty="0">
                  <a:latin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641CEF82-CFCC-4CC2-BF50-A0FDE94C67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0182" y="4463773"/>
                <a:ext cx="779176" cy="400110"/>
              </a:xfrm>
              <a:prstGeom prst="rect">
                <a:avLst/>
              </a:prstGeom>
              <a:blipFill>
                <a:blip r:embed="rId11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5639F4B6-FEB8-418B-8C94-A7FF8A364F74}"/>
                  </a:ext>
                </a:extLst>
              </p:cNvPr>
              <p:cNvSpPr txBox="1"/>
              <p:nvPr/>
            </p:nvSpPr>
            <p:spPr>
              <a:xfrm rot="5400000">
                <a:off x="1428961" y="4928934"/>
                <a:ext cx="291400" cy="33855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200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⋯ </m:t>
                      </m:r>
                    </m:oMath>
                  </m:oMathPara>
                </a14:m>
                <a:endParaRPr lang="en-US" sz="2200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5639F4B6-FEB8-418B-8C94-A7FF8A364F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1428961" y="4928934"/>
                <a:ext cx="291400" cy="338554"/>
              </a:xfrm>
              <a:prstGeom prst="rect">
                <a:avLst/>
              </a:prstGeom>
              <a:blipFill>
                <a:blip r:embed="rId12"/>
                <a:stretch>
                  <a:fillRect t="-3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8A51C767-20FA-4E43-81D3-B7CD62BD8E86}"/>
                  </a:ext>
                </a:extLst>
              </p:cNvPr>
              <p:cNvSpPr txBox="1"/>
              <p:nvPr/>
            </p:nvSpPr>
            <p:spPr>
              <a:xfrm rot="5400000">
                <a:off x="2287794" y="4928934"/>
                <a:ext cx="291400" cy="33855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2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  <m:r>
                        <a:rPr lang="en-US" sz="2200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200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8A51C767-20FA-4E43-81D3-B7CD62BD8E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2287794" y="4928934"/>
                <a:ext cx="291400" cy="338554"/>
              </a:xfrm>
              <a:prstGeom prst="rect">
                <a:avLst/>
              </a:prstGeom>
              <a:blipFill>
                <a:blip r:embed="rId13"/>
                <a:stretch>
                  <a:fillRect t="-3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48073A47-1108-474F-B2E9-5CE4E1276D61}"/>
                  </a:ext>
                </a:extLst>
              </p:cNvPr>
              <p:cNvSpPr txBox="1"/>
              <p:nvPr/>
            </p:nvSpPr>
            <p:spPr>
              <a:xfrm rot="5400000">
                <a:off x="3221387" y="4928934"/>
                <a:ext cx="291400" cy="33855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2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  <m:r>
                        <a:rPr lang="en-US" sz="2200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200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48073A47-1108-474F-B2E9-5CE4E1276D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3221387" y="4928934"/>
                <a:ext cx="291400" cy="338554"/>
              </a:xfrm>
              <a:prstGeom prst="rect">
                <a:avLst/>
              </a:prstGeom>
              <a:blipFill>
                <a:blip r:embed="rId14"/>
                <a:stretch>
                  <a:fillRect t="-3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62280345-CB1E-4567-A6FD-1E070C77A73B}"/>
                  </a:ext>
                </a:extLst>
              </p:cNvPr>
              <p:cNvSpPr txBox="1"/>
              <p:nvPr/>
            </p:nvSpPr>
            <p:spPr>
              <a:xfrm rot="5400000">
                <a:off x="4170589" y="4928934"/>
                <a:ext cx="291400" cy="33855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2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  <m:r>
                        <a:rPr lang="en-US" sz="2200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200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62280345-CB1E-4567-A6FD-1E070C77A7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4170589" y="4928934"/>
                <a:ext cx="291400" cy="338554"/>
              </a:xfrm>
              <a:prstGeom prst="rect">
                <a:avLst/>
              </a:prstGeom>
              <a:blipFill>
                <a:blip r:embed="rId15"/>
                <a:stretch>
                  <a:fillRect t="-3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8" name="TextBox 167">
            <a:extLst>
              <a:ext uri="{FF2B5EF4-FFF2-40B4-BE49-F238E27FC236}">
                <a16:creationId xmlns:a16="http://schemas.microsoft.com/office/drawing/2014/main" id="{103C74B2-4687-48E1-BE22-7A199C774BC8}"/>
              </a:ext>
            </a:extLst>
          </p:cNvPr>
          <p:cNvSpPr txBox="1"/>
          <p:nvPr/>
        </p:nvSpPr>
        <p:spPr>
          <a:xfrm>
            <a:off x="4373507" y="3954838"/>
            <a:ext cx="48908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Helvetica" panose="020B0604020202020204" pitchFamily="34" charset="0"/>
              </a:rPr>
              <a:t>Hold last states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137D5C2C-BEE8-4B78-9E9D-56BFD0CE80A4}"/>
              </a:ext>
            </a:extLst>
          </p:cNvPr>
          <p:cNvSpPr/>
          <p:nvPr/>
        </p:nvSpPr>
        <p:spPr>
          <a:xfrm>
            <a:off x="2350900" y="1418019"/>
            <a:ext cx="94541" cy="3429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sz="1200" dirty="0">
              <a:solidFill>
                <a:schemeClr val="tx1"/>
              </a:solidFill>
              <a:latin typeface="Helvetica" panose="020B0604020202020204" pitchFamily="34" charset="0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1156E0E3-1921-4D7B-A651-04A5A6FEBACD}"/>
              </a:ext>
            </a:extLst>
          </p:cNvPr>
          <p:cNvSpPr/>
          <p:nvPr/>
        </p:nvSpPr>
        <p:spPr>
          <a:xfrm>
            <a:off x="3299495" y="1418019"/>
            <a:ext cx="94541" cy="3429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sz="1200" dirty="0">
              <a:solidFill>
                <a:schemeClr val="tx1"/>
              </a:solidFill>
              <a:latin typeface="Helvetica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C6549DA0-8F9A-46AD-93C8-77841739BF5B}"/>
                  </a:ext>
                </a:extLst>
              </p:cNvPr>
              <p:cNvSpPr txBox="1"/>
              <p:nvPr/>
            </p:nvSpPr>
            <p:spPr>
              <a:xfrm>
                <a:off x="877571" y="3978484"/>
                <a:ext cx="60487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C6549DA0-8F9A-46AD-93C8-77841739BF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71" y="3978484"/>
                <a:ext cx="604871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Rectangle 52">
            <a:extLst>
              <a:ext uri="{FF2B5EF4-FFF2-40B4-BE49-F238E27FC236}">
                <a16:creationId xmlns:a16="http://schemas.microsoft.com/office/drawing/2014/main" id="{AC22A6BD-5298-435A-8083-EF2249B640AF}"/>
              </a:ext>
            </a:extLst>
          </p:cNvPr>
          <p:cNvSpPr/>
          <p:nvPr/>
        </p:nvSpPr>
        <p:spPr>
          <a:xfrm>
            <a:off x="7009252" y="783827"/>
            <a:ext cx="887608" cy="453702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1371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chemeClr val="tx1"/>
                </a:solidFill>
                <a:latin typeface="Helvetica" panose="020B0604020202020204" pitchFamily="34" charset="0"/>
              </a:rPr>
              <a:t>Traffic Simulator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9C11CCF-BBD8-4189-9406-D19F72C61E2F}"/>
              </a:ext>
            </a:extLst>
          </p:cNvPr>
          <p:cNvSpPr txBox="1"/>
          <p:nvPr/>
        </p:nvSpPr>
        <p:spPr>
          <a:xfrm>
            <a:off x="7061507" y="1812465"/>
            <a:ext cx="59959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Helvetica" panose="020B0604020202020204" pitchFamily="34" charset="0"/>
              </a:rPr>
              <a:t>Simulate one step</a:t>
            </a:r>
          </a:p>
        </p:txBody>
      </p:sp>
      <p:sp>
        <p:nvSpPr>
          <p:cNvPr id="55" name="Arrow: Right 54">
            <a:extLst>
              <a:ext uri="{FF2B5EF4-FFF2-40B4-BE49-F238E27FC236}">
                <a16:creationId xmlns:a16="http://schemas.microsoft.com/office/drawing/2014/main" id="{517DF27C-5A97-4C86-A851-B60D1ED64458}"/>
              </a:ext>
            </a:extLst>
          </p:cNvPr>
          <p:cNvSpPr/>
          <p:nvPr/>
        </p:nvSpPr>
        <p:spPr>
          <a:xfrm rot="5400000" flipV="1">
            <a:off x="7550808" y="4260504"/>
            <a:ext cx="228600" cy="91440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01564E4-0CD9-4469-BDD5-ED919D593849}"/>
              </a:ext>
            </a:extLst>
          </p:cNvPr>
          <p:cNvSpPr/>
          <p:nvPr/>
        </p:nvSpPr>
        <p:spPr>
          <a:xfrm>
            <a:off x="10136429" y="783827"/>
            <a:ext cx="811742" cy="453702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1371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chemeClr val="tx1"/>
                </a:solidFill>
                <a:latin typeface="Helvetica" panose="020B0604020202020204" pitchFamily="34" charset="0"/>
              </a:rPr>
              <a:t>CAV Application Client</a:t>
            </a:r>
          </a:p>
        </p:txBody>
      </p:sp>
      <p:sp>
        <p:nvSpPr>
          <p:cNvPr id="57" name="Arrow: Right 56">
            <a:extLst>
              <a:ext uri="{FF2B5EF4-FFF2-40B4-BE49-F238E27FC236}">
                <a16:creationId xmlns:a16="http://schemas.microsoft.com/office/drawing/2014/main" id="{2B103737-5414-4625-B0CB-69B1833BC923}"/>
              </a:ext>
            </a:extLst>
          </p:cNvPr>
          <p:cNvSpPr/>
          <p:nvPr/>
        </p:nvSpPr>
        <p:spPr>
          <a:xfrm rot="5400000" flipV="1">
            <a:off x="7543683" y="1950549"/>
            <a:ext cx="228600" cy="91440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58" name="Arrow: Right 57">
            <a:extLst>
              <a:ext uri="{FF2B5EF4-FFF2-40B4-BE49-F238E27FC236}">
                <a16:creationId xmlns:a16="http://schemas.microsoft.com/office/drawing/2014/main" id="{0DB60FAB-9D93-4DD0-8928-A4608EE50F8E}"/>
              </a:ext>
            </a:extLst>
          </p:cNvPr>
          <p:cNvSpPr/>
          <p:nvPr/>
        </p:nvSpPr>
        <p:spPr>
          <a:xfrm rot="5400000" flipV="1">
            <a:off x="7028794" y="3063696"/>
            <a:ext cx="1270184" cy="137160"/>
          </a:xfrm>
          <a:prstGeom prst="rightArrow">
            <a:avLst/>
          </a:prstGeom>
          <a:noFill/>
          <a:ln w="12700">
            <a:solidFill>
              <a:schemeClr val="accent3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7673254-6B51-4063-B8A3-89040A30E26B}"/>
              </a:ext>
            </a:extLst>
          </p:cNvPr>
          <p:cNvSpPr/>
          <p:nvPr/>
        </p:nvSpPr>
        <p:spPr>
          <a:xfrm>
            <a:off x="8025875" y="794167"/>
            <a:ext cx="1997135" cy="452668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1371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chemeClr val="tx1"/>
                </a:solidFill>
                <a:latin typeface="Helvetica" panose="020B0604020202020204" pitchFamily="34" charset="0"/>
              </a:rPr>
              <a:t>Flexible Real-Sim Interface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D46171D-D41D-4721-BBE6-B51D84E265AD}"/>
              </a:ext>
            </a:extLst>
          </p:cNvPr>
          <p:cNvSpPr/>
          <p:nvPr/>
        </p:nvSpPr>
        <p:spPr>
          <a:xfrm>
            <a:off x="8133372" y="1061501"/>
            <a:ext cx="743437" cy="3356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chemeClr val="tx1"/>
                </a:solidFill>
                <a:latin typeface="Helvetica" panose="020B0604020202020204" pitchFamily="34" charset="0"/>
              </a:rPr>
              <a:t>Traffic Layer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73BB582-6AE9-48E2-91A2-28A8B8EF90C8}"/>
              </a:ext>
            </a:extLst>
          </p:cNvPr>
          <p:cNvSpPr/>
          <p:nvPr/>
        </p:nvSpPr>
        <p:spPr>
          <a:xfrm>
            <a:off x="9029368" y="1066264"/>
            <a:ext cx="848636" cy="3356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  <a:rou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chemeClr val="tx1"/>
                </a:solidFill>
                <a:latin typeface="Helvetica" panose="020B0604020202020204" pitchFamily="34" charset="0"/>
              </a:rPr>
              <a:t>Application Layer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EAFD8BF7-582C-426B-B3ED-ECB5DF220998}"/>
              </a:ext>
            </a:extLst>
          </p:cNvPr>
          <p:cNvSpPr/>
          <p:nvPr/>
        </p:nvSpPr>
        <p:spPr>
          <a:xfrm>
            <a:off x="7543956" y="1621339"/>
            <a:ext cx="228600" cy="2286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28575">
            <a:solidFill>
              <a:schemeClr val="accent3"/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82A39787-86DB-46BB-9A92-D88715826F99}"/>
              </a:ext>
            </a:extLst>
          </p:cNvPr>
          <p:cNvSpPr/>
          <p:nvPr/>
        </p:nvSpPr>
        <p:spPr>
          <a:xfrm>
            <a:off x="7543956" y="2135419"/>
            <a:ext cx="228600" cy="2286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28575">
            <a:solidFill>
              <a:schemeClr val="accent3"/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sz="9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E7526A49-C08B-49D2-8215-E83FDEA6B4B9}"/>
                  </a:ext>
                </a:extLst>
              </p:cNvPr>
              <p:cNvSpPr txBox="1"/>
              <p:nvPr/>
            </p:nvSpPr>
            <p:spPr>
              <a:xfrm>
                <a:off x="7105471" y="1609998"/>
                <a:ext cx="39732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E7526A49-C08B-49D2-8215-E83FDEA6B4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5471" y="1609998"/>
                <a:ext cx="397329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4A46203F-1159-4AAB-94EF-DD904436CF68}"/>
                  </a:ext>
                </a:extLst>
              </p:cNvPr>
              <p:cNvSpPr txBox="1"/>
              <p:nvPr/>
            </p:nvSpPr>
            <p:spPr>
              <a:xfrm>
                <a:off x="6966743" y="2275218"/>
                <a:ext cx="680323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4A46203F-1159-4AAB-94EF-DD904436CF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6743" y="2275218"/>
                <a:ext cx="680323" cy="2769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AE3485F8-B6AA-4334-88ED-9D84ADA342F5}"/>
                  </a:ext>
                </a:extLst>
              </p:cNvPr>
              <p:cNvSpPr txBox="1"/>
              <p:nvPr/>
            </p:nvSpPr>
            <p:spPr>
              <a:xfrm>
                <a:off x="10456574" y="1423868"/>
                <a:ext cx="39732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AE3485F8-B6AA-4334-88ED-9D84ADA342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6574" y="1423868"/>
                <a:ext cx="397329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Oval 70">
            <a:extLst>
              <a:ext uri="{FF2B5EF4-FFF2-40B4-BE49-F238E27FC236}">
                <a16:creationId xmlns:a16="http://schemas.microsoft.com/office/drawing/2014/main" id="{F6B11E6A-999C-4336-A7CF-F521CA9BC20C}"/>
              </a:ext>
            </a:extLst>
          </p:cNvPr>
          <p:cNvSpPr/>
          <p:nvPr/>
        </p:nvSpPr>
        <p:spPr>
          <a:xfrm>
            <a:off x="10271363" y="1422202"/>
            <a:ext cx="228600" cy="2286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/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EFC0D951-4B89-4F3C-8117-326B4B3FF011}"/>
              </a:ext>
            </a:extLst>
          </p:cNvPr>
          <p:cNvSpPr/>
          <p:nvPr/>
        </p:nvSpPr>
        <p:spPr>
          <a:xfrm>
            <a:off x="10271363" y="1954350"/>
            <a:ext cx="228600" cy="2286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/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73" name="Arrow: Right 72">
            <a:extLst>
              <a:ext uri="{FF2B5EF4-FFF2-40B4-BE49-F238E27FC236}">
                <a16:creationId xmlns:a16="http://schemas.microsoft.com/office/drawing/2014/main" id="{C1B5C586-A4A0-44E1-B42B-E88E1BD1AC3B}"/>
              </a:ext>
            </a:extLst>
          </p:cNvPr>
          <p:cNvSpPr/>
          <p:nvPr/>
        </p:nvSpPr>
        <p:spPr>
          <a:xfrm rot="11040772" flipH="1">
            <a:off x="7820090" y="1833131"/>
            <a:ext cx="2423160" cy="91440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74" name="Arrow: Right 73">
            <a:extLst>
              <a:ext uri="{FF2B5EF4-FFF2-40B4-BE49-F238E27FC236}">
                <a16:creationId xmlns:a16="http://schemas.microsoft.com/office/drawing/2014/main" id="{B203328D-528C-4008-843F-551BCA923BB7}"/>
              </a:ext>
            </a:extLst>
          </p:cNvPr>
          <p:cNvSpPr/>
          <p:nvPr/>
        </p:nvSpPr>
        <p:spPr>
          <a:xfrm rot="11040772" flipH="1">
            <a:off x="9599931" y="2023963"/>
            <a:ext cx="640080" cy="91440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75" name="Arrow: Right 74">
            <a:extLst>
              <a:ext uri="{FF2B5EF4-FFF2-40B4-BE49-F238E27FC236}">
                <a16:creationId xmlns:a16="http://schemas.microsoft.com/office/drawing/2014/main" id="{870A9BC2-AEA2-4C6E-9E7B-E38B3AD29F3C}"/>
              </a:ext>
            </a:extLst>
          </p:cNvPr>
          <p:cNvSpPr/>
          <p:nvPr/>
        </p:nvSpPr>
        <p:spPr>
          <a:xfrm rot="5400000">
            <a:off x="9698087" y="2903754"/>
            <a:ext cx="1371600" cy="91440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873F00B4-83CB-44C7-9577-C335AAF8A65F}"/>
                  </a:ext>
                </a:extLst>
              </p:cNvPr>
              <p:cNvSpPr txBox="1"/>
              <p:nvPr/>
            </p:nvSpPr>
            <p:spPr>
              <a:xfrm>
                <a:off x="8617456" y="1556044"/>
                <a:ext cx="628737" cy="553998"/>
              </a:xfrm>
              <a:prstGeom prst="rect">
                <a:avLst/>
              </a:prstGeom>
              <a:solidFill>
                <a:schemeClr val="bg1">
                  <a:alpha val="4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1000" dirty="0">
                    <a:latin typeface="Helvetica" panose="020B0604020202020204" pitchFamily="34" charset="0"/>
                  </a:rPr>
                  <a:t>Traffic States 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0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000" dirty="0">
                  <a:latin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873F00B4-83CB-44C7-9577-C335AAF8A6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7456" y="1556044"/>
                <a:ext cx="628737" cy="553998"/>
              </a:xfrm>
              <a:prstGeom prst="rect">
                <a:avLst/>
              </a:prstGeom>
              <a:blipFill>
                <a:blip r:embed="rId18"/>
                <a:stretch>
                  <a:fillRect b="-2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FCF67B5E-0ED3-4117-8F13-A5DA5F404C20}"/>
                  </a:ext>
                </a:extLst>
              </p:cNvPr>
              <p:cNvSpPr txBox="1"/>
              <p:nvPr/>
            </p:nvSpPr>
            <p:spPr>
              <a:xfrm>
                <a:off x="9461105" y="2072109"/>
                <a:ext cx="639142" cy="400110"/>
              </a:xfrm>
              <a:prstGeom prst="rect">
                <a:avLst/>
              </a:prstGeom>
              <a:solidFill>
                <a:schemeClr val="bg1">
                  <a:alpha val="4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1000" dirty="0" err="1">
                    <a:latin typeface="Helvetica" panose="020B0604020202020204" pitchFamily="34" charset="0"/>
                  </a:rPr>
                  <a:t>Cmd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0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000" i="1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100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10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000" dirty="0">
                  <a:latin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FCF67B5E-0ED3-4117-8F13-A5DA5F404C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1105" y="2072109"/>
                <a:ext cx="639142" cy="400110"/>
              </a:xfrm>
              <a:prstGeom prst="rect">
                <a:avLst/>
              </a:prstGeom>
              <a:blipFill>
                <a:blip r:embed="rId19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TextBox 88">
            <a:extLst>
              <a:ext uri="{FF2B5EF4-FFF2-40B4-BE49-F238E27FC236}">
                <a16:creationId xmlns:a16="http://schemas.microsoft.com/office/drawing/2014/main" id="{EEA9438A-9EE6-4C9D-B80B-0770BFBD7E2B}"/>
              </a:ext>
            </a:extLst>
          </p:cNvPr>
          <p:cNvSpPr txBox="1"/>
          <p:nvPr/>
        </p:nvSpPr>
        <p:spPr>
          <a:xfrm>
            <a:off x="10460941" y="1715040"/>
            <a:ext cx="48908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Helvetica" panose="020B0604020202020204" pitchFamily="34" charset="0"/>
              </a:rPr>
              <a:t>Hold last states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25423C6-C4C2-40E6-B65E-505BA74C6056}"/>
              </a:ext>
            </a:extLst>
          </p:cNvPr>
          <p:cNvSpPr txBox="1"/>
          <p:nvPr/>
        </p:nvSpPr>
        <p:spPr>
          <a:xfrm>
            <a:off x="10165548" y="3063112"/>
            <a:ext cx="723639" cy="153888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000" dirty="0">
                <a:latin typeface="Helvetica" panose="020B0604020202020204" pitchFamily="34" charset="0"/>
              </a:rPr>
              <a:t>Interpolation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7C77BFD-84FD-4636-AFEA-1397DD20C28D}"/>
              </a:ext>
            </a:extLst>
          </p:cNvPr>
          <p:cNvSpPr txBox="1"/>
          <p:nvPr/>
        </p:nvSpPr>
        <p:spPr>
          <a:xfrm>
            <a:off x="7192967" y="2974383"/>
            <a:ext cx="59959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Helvetica" panose="020B0604020202020204" pitchFamily="34" charset="0"/>
              </a:rPr>
              <a:t>Idle</a:t>
            </a:r>
          </a:p>
        </p:txBody>
      </p:sp>
      <p:sp>
        <p:nvSpPr>
          <p:cNvPr id="97" name="Arrow: Right 96">
            <a:extLst>
              <a:ext uri="{FF2B5EF4-FFF2-40B4-BE49-F238E27FC236}">
                <a16:creationId xmlns:a16="http://schemas.microsoft.com/office/drawing/2014/main" id="{9E75F6F8-9F35-4774-ABBD-3F3C4C9A52DF}"/>
              </a:ext>
            </a:extLst>
          </p:cNvPr>
          <p:cNvSpPr/>
          <p:nvPr/>
        </p:nvSpPr>
        <p:spPr>
          <a:xfrm rot="5400000">
            <a:off x="10271676" y="4107513"/>
            <a:ext cx="228600" cy="84314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54C29BB4-4CB2-4F3B-93F8-5695FAB43598}"/>
              </a:ext>
            </a:extLst>
          </p:cNvPr>
          <p:cNvSpPr/>
          <p:nvPr/>
        </p:nvSpPr>
        <p:spPr>
          <a:xfrm>
            <a:off x="7551081" y="3931294"/>
            <a:ext cx="228600" cy="2286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28575">
            <a:solidFill>
              <a:schemeClr val="accent3"/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EDDDD937-87D8-4FC4-BD76-334D86A2288A}"/>
              </a:ext>
            </a:extLst>
          </p:cNvPr>
          <p:cNvSpPr/>
          <p:nvPr/>
        </p:nvSpPr>
        <p:spPr>
          <a:xfrm>
            <a:off x="7551081" y="4445375"/>
            <a:ext cx="228600" cy="2286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28575">
            <a:solidFill>
              <a:schemeClr val="accent3"/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sz="9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1B65A567-F759-43F7-A38C-39526940A91A}"/>
                  </a:ext>
                </a:extLst>
              </p:cNvPr>
              <p:cNvSpPr txBox="1"/>
              <p:nvPr/>
            </p:nvSpPr>
            <p:spPr>
              <a:xfrm>
                <a:off x="6956256" y="4583321"/>
                <a:ext cx="7121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1B65A567-F759-43F7-A38C-39526940A9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6256" y="4583321"/>
                <a:ext cx="712189" cy="27699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29E46B8E-68C8-4BEC-A153-BA7B9229CFE9}"/>
                  </a:ext>
                </a:extLst>
              </p:cNvPr>
              <p:cNvSpPr txBox="1"/>
              <p:nvPr/>
            </p:nvSpPr>
            <p:spPr>
              <a:xfrm>
                <a:off x="10435259" y="3679356"/>
                <a:ext cx="61228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29E46B8E-68C8-4BEC-A153-BA7B9229CF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5259" y="3679356"/>
                <a:ext cx="612280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" name="Oval 101">
            <a:extLst>
              <a:ext uri="{FF2B5EF4-FFF2-40B4-BE49-F238E27FC236}">
                <a16:creationId xmlns:a16="http://schemas.microsoft.com/office/drawing/2014/main" id="{E495DEE1-9795-4EE7-94AF-365B0B821340}"/>
              </a:ext>
            </a:extLst>
          </p:cNvPr>
          <p:cNvSpPr/>
          <p:nvPr/>
        </p:nvSpPr>
        <p:spPr>
          <a:xfrm>
            <a:off x="10278488" y="3732157"/>
            <a:ext cx="228600" cy="2286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/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AD4B266A-6FB8-42CC-9015-277A7383223F}"/>
              </a:ext>
            </a:extLst>
          </p:cNvPr>
          <p:cNvSpPr/>
          <p:nvPr/>
        </p:nvSpPr>
        <p:spPr>
          <a:xfrm>
            <a:off x="10278488" y="4303656"/>
            <a:ext cx="228600" cy="2286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/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104" name="Arrow: Right 103">
            <a:extLst>
              <a:ext uri="{FF2B5EF4-FFF2-40B4-BE49-F238E27FC236}">
                <a16:creationId xmlns:a16="http://schemas.microsoft.com/office/drawing/2014/main" id="{DA10A291-6B3E-44DE-B217-2A95E0ECA8E3}"/>
              </a:ext>
            </a:extLst>
          </p:cNvPr>
          <p:cNvSpPr/>
          <p:nvPr/>
        </p:nvSpPr>
        <p:spPr>
          <a:xfrm rot="11040772" flipH="1">
            <a:off x="7810985" y="4156942"/>
            <a:ext cx="2423160" cy="91440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105" name="Arrow: Right 104">
            <a:extLst>
              <a:ext uri="{FF2B5EF4-FFF2-40B4-BE49-F238E27FC236}">
                <a16:creationId xmlns:a16="http://schemas.microsoft.com/office/drawing/2014/main" id="{A8197D12-903F-4D0A-B69A-9BCA5D4A0BB4}"/>
              </a:ext>
            </a:extLst>
          </p:cNvPr>
          <p:cNvSpPr/>
          <p:nvPr/>
        </p:nvSpPr>
        <p:spPr>
          <a:xfrm rot="11040772" flipH="1">
            <a:off x="9590825" y="4347774"/>
            <a:ext cx="640080" cy="91440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E56D935-6150-4479-B9E8-134CD2713BDE}"/>
              </a:ext>
            </a:extLst>
          </p:cNvPr>
          <p:cNvSpPr txBox="1"/>
          <p:nvPr/>
        </p:nvSpPr>
        <p:spPr>
          <a:xfrm>
            <a:off x="7053369" y="4124351"/>
            <a:ext cx="59959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Helvetica" panose="020B0604020202020204" pitchFamily="34" charset="0"/>
              </a:rPr>
              <a:t>Simulate one step</a:t>
            </a:r>
          </a:p>
        </p:txBody>
      </p:sp>
      <p:sp>
        <p:nvSpPr>
          <p:cNvPr id="107" name="Arrow: Right 106">
            <a:extLst>
              <a:ext uri="{FF2B5EF4-FFF2-40B4-BE49-F238E27FC236}">
                <a16:creationId xmlns:a16="http://schemas.microsoft.com/office/drawing/2014/main" id="{E5BB5C17-1EB0-45DC-85D1-F80CD2303A56}"/>
              </a:ext>
            </a:extLst>
          </p:cNvPr>
          <p:cNvSpPr/>
          <p:nvPr/>
        </p:nvSpPr>
        <p:spPr>
          <a:xfrm rot="10559228">
            <a:off x="7810589" y="3892233"/>
            <a:ext cx="2423160" cy="91440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ABA9AFFC-29E2-44B4-9548-E822DF5D1E19}"/>
                  </a:ext>
                </a:extLst>
              </p:cNvPr>
              <p:cNvSpPr txBox="1"/>
              <p:nvPr/>
            </p:nvSpPr>
            <p:spPr>
              <a:xfrm>
                <a:off x="8480697" y="4221078"/>
                <a:ext cx="981815" cy="400110"/>
              </a:xfrm>
              <a:prstGeom prst="rect">
                <a:avLst/>
              </a:prstGeom>
              <a:solidFill>
                <a:schemeClr val="bg1">
                  <a:alpha val="4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1000" dirty="0">
                    <a:latin typeface="Helvetica" panose="020B0604020202020204" pitchFamily="34" charset="0"/>
                  </a:rPr>
                  <a:t>Traffic States </a:t>
                </a:r>
                <a:endParaRPr lang="en-US" sz="1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0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00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0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dirty="0">
                  <a:latin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ABA9AFFC-29E2-44B4-9548-E822DF5D1E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0697" y="4221078"/>
                <a:ext cx="981815" cy="400110"/>
              </a:xfrm>
              <a:prstGeom prst="rect">
                <a:avLst/>
              </a:prstGeom>
              <a:blipFill>
                <a:blip r:embed="rId21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347FE3E8-BAED-4CCC-99A8-26A475C5D89C}"/>
                  </a:ext>
                </a:extLst>
              </p:cNvPr>
              <p:cNvSpPr txBox="1"/>
              <p:nvPr/>
            </p:nvSpPr>
            <p:spPr>
              <a:xfrm>
                <a:off x="8482461" y="3527290"/>
                <a:ext cx="936728" cy="307777"/>
              </a:xfrm>
              <a:prstGeom prst="rect">
                <a:avLst/>
              </a:prstGeom>
              <a:solidFill>
                <a:schemeClr val="bg1">
                  <a:alpha val="40000"/>
                </a:schemeClr>
              </a:solidFill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en-US" sz="1000" dirty="0">
                    <a:latin typeface="Helvetica" panose="020B0604020202020204" pitchFamily="34" charset="0"/>
                  </a:rPr>
                  <a:t>Actual</a:t>
                </a:r>
                <a:endParaRPr lang="en-US" sz="10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sz="1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100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10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347FE3E8-BAED-4CCC-99A8-26A475C5D8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2461" y="3527290"/>
                <a:ext cx="936728" cy="307777"/>
              </a:xfrm>
              <a:prstGeom prst="rect">
                <a:avLst/>
              </a:prstGeom>
              <a:blipFill>
                <a:blip r:embed="rId22"/>
                <a:stretch>
                  <a:fillRect t="-16000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C5493560-0F6C-4D2E-BB81-533C6198444A}"/>
                  </a:ext>
                </a:extLst>
              </p:cNvPr>
              <p:cNvSpPr txBox="1"/>
              <p:nvPr/>
            </p:nvSpPr>
            <p:spPr>
              <a:xfrm>
                <a:off x="9442475" y="4395921"/>
                <a:ext cx="811457" cy="400110"/>
              </a:xfrm>
              <a:prstGeom prst="rect">
                <a:avLst/>
              </a:prstGeom>
              <a:solidFill>
                <a:schemeClr val="bg1">
                  <a:alpha val="4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1000" dirty="0">
                    <a:latin typeface="Helvetica" panose="020B0604020202020204" pitchFamily="34" charset="0"/>
                  </a:rPr>
                  <a:t>Cmd</a:t>
                </a:r>
                <a:endParaRPr lang="en-US" sz="1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0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000"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US" sz="100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0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dirty="0">
                  <a:latin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C5493560-0F6C-4D2E-BB81-533C619844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2475" y="4395921"/>
                <a:ext cx="811457" cy="400110"/>
              </a:xfrm>
              <a:prstGeom prst="rect">
                <a:avLst/>
              </a:prstGeom>
              <a:blipFill>
                <a:blip r:embed="rId23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E9D261FE-FE6A-456F-822B-E1AF771E1EEF}"/>
                  </a:ext>
                </a:extLst>
              </p:cNvPr>
              <p:cNvSpPr txBox="1"/>
              <p:nvPr/>
            </p:nvSpPr>
            <p:spPr>
              <a:xfrm rot="5400000">
                <a:off x="7535881" y="5005878"/>
                <a:ext cx="291400" cy="33855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200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⋯ </m:t>
                      </m:r>
                    </m:oMath>
                  </m:oMathPara>
                </a14:m>
                <a:endParaRPr lang="en-US" sz="2200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E9D261FE-FE6A-456F-822B-E1AF771E1E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7535881" y="5005878"/>
                <a:ext cx="291400" cy="338554"/>
              </a:xfrm>
              <a:prstGeom prst="rect">
                <a:avLst/>
              </a:prstGeom>
              <a:blipFill>
                <a:blip r:embed="rId24"/>
                <a:stretch>
                  <a:fillRect t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44A8C934-522A-4A0C-A2D3-597AD78E9563}"/>
                  </a:ext>
                </a:extLst>
              </p:cNvPr>
              <p:cNvSpPr txBox="1"/>
              <p:nvPr/>
            </p:nvSpPr>
            <p:spPr>
              <a:xfrm rot="5400000">
                <a:off x="8394714" y="5005878"/>
                <a:ext cx="291400" cy="33855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2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  <m:r>
                        <a:rPr lang="en-US" sz="2200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200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44A8C934-522A-4A0C-A2D3-597AD78E95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8394714" y="5005878"/>
                <a:ext cx="291400" cy="338554"/>
              </a:xfrm>
              <a:prstGeom prst="rect">
                <a:avLst/>
              </a:prstGeom>
              <a:blipFill>
                <a:blip r:embed="rId25"/>
                <a:stretch>
                  <a:fillRect t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1203EB07-A169-4A45-B1D5-53440C19CFAA}"/>
                  </a:ext>
                </a:extLst>
              </p:cNvPr>
              <p:cNvSpPr txBox="1"/>
              <p:nvPr/>
            </p:nvSpPr>
            <p:spPr>
              <a:xfrm rot="5400000">
                <a:off x="9328307" y="5005878"/>
                <a:ext cx="291400" cy="33855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2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  <m:r>
                        <a:rPr lang="en-US" sz="2200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200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1203EB07-A169-4A45-B1D5-53440C19CF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9328307" y="5005878"/>
                <a:ext cx="291400" cy="338554"/>
              </a:xfrm>
              <a:prstGeom prst="rect">
                <a:avLst/>
              </a:prstGeom>
              <a:blipFill>
                <a:blip r:embed="rId26"/>
                <a:stretch>
                  <a:fillRect t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9BE569A1-D793-4951-8342-6118D9F91B32}"/>
                  </a:ext>
                </a:extLst>
              </p:cNvPr>
              <p:cNvSpPr txBox="1"/>
              <p:nvPr/>
            </p:nvSpPr>
            <p:spPr>
              <a:xfrm rot="5400000">
                <a:off x="10277509" y="5005878"/>
                <a:ext cx="291400" cy="33855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2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  <m:r>
                        <a:rPr lang="en-US" sz="2200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200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9BE569A1-D793-4951-8342-6118D9F91B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10277509" y="5005878"/>
                <a:ext cx="291400" cy="338554"/>
              </a:xfrm>
              <a:prstGeom prst="rect">
                <a:avLst/>
              </a:prstGeom>
              <a:blipFill>
                <a:blip r:embed="rId27"/>
                <a:stretch>
                  <a:fillRect t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" name="TextBox 115">
            <a:extLst>
              <a:ext uri="{FF2B5EF4-FFF2-40B4-BE49-F238E27FC236}">
                <a16:creationId xmlns:a16="http://schemas.microsoft.com/office/drawing/2014/main" id="{958A4F78-3C1D-45BA-849F-9011F0BC60D3}"/>
              </a:ext>
            </a:extLst>
          </p:cNvPr>
          <p:cNvSpPr txBox="1"/>
          <p:nvPr/>
        </p:nvSpPr>
        <p:spPr>
          <a:xfrm>
            <a:off x="10480427" y="4031782"/>
            <a:ext cx="48908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Helvetica" panose="020B0604020202020204" pitchFamily="34" charset="0"/>
              </a:rPr>
              <a:t>Hold last states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246DC806-3F96-4CBF-8C94-0815802B2C80}"/>
              </a:ext>
            </a:extLst>
          </p:cNvPr>
          <p:cNvSpPr/>
          <p:nvPr/>
        </p:nvSpPr>
        <p:spPr>
          <a:xfrm>
            <a:off x="8457820" y="1494963"/>
            <a:ext cx="94541" cy="3429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sz="1200" dirty="0">
              <a:solidFill>
                <a:schemeClr val="tx1"/>
              </a:solidFill>
              <a:latin typeface="Helvetica" panose="020B0604020202020204" pitchFamily="34" charset="0"/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B9A6310B-9373-4EB2-93CC-04AC6D368836}"/>
              </a:ext>
            </a:extLst>
          </p:cNvPr>
          <p:cNvSpPr/>
          <p:nvPr/>
        </p:nvSpPr>
        <p:spPr>
          <a:xfrm>
            <a:off x="9406415" y="1494963"/>
            <a:ext cx="94541" cy="3429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sz="1200" dirty="0">
              <a:solidFill>
                <a:schemeClr val="tx1"/>
              </a:solidFill>
              <a:latin typeface="Helvetica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2D275858-0183-4B77-A71E-B7120E67345A}"/>
                  </a:ext>
                </a:extLst>
              </p:cNvPr>
              <p:cNvSpPr txBox="1"/>
              <p:nvPr/>
            </p:nvSpPr>
            <p:spPr>
              <a:xfrm>
                <a:off x="7007393" y="3912011"/>
                <a:ext cx="610135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2D275858-0183-4B77-A71E-B7120E6734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7393" y="3912011"/>
                <a:ext cx="610135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0" name="Arrow: Right 119">
            <a:extLst>
              <a:ext uri="{FF2B5EF4-FFF2-40B4-BE49-F238E27FC236}">
                <a16:creationId xmlns:a16="http://schemas.microsoft.com/office/drawing/2014/main" id="{65586655-7331-4990-B5FE-B9DDF7634384}"/>
              </a:ext>
            </a:extLst>
          </p:cNvPr>
          <p:cNvSpPr/>
          <p:nvPr/>
        </p:nvSpPr>
        <p:spPr>
          <a:xfrm rot="5400000">
            <a:off x="10266024" y="1768915"/>
            <a:ext cx="228600" cy="84314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BC2D00BB-5F76-4988-AF5A-D52A758DEE3E}"/>
                  </a:ext>
                </a:extLst>
              </p:cNvPr>
              <p:cNvSpPr txBox="1"/>
              <p:nvPr/>
            </p:nvSpPr>
            <p:spPr>
              <a:xfrm>
                <a:off x="2508103" y="3019218"/>
                <a:ext cx="789533" cy="400110"/>
              </a:xfrm>
              <a:prstGeom prst="rect">
                <a:avLst/>
              </a:prstGeom>
              <a:solidFill>
                <a:schemeClr val="bg1">
                  <a:alpha val="4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000" dirty="0">
                    <a:latin typeface="Helvetica" panose="020B0604020202020204" pitchFamily="34" charset="0"/>
                  </a:rPr>
                  <a:t>Cmd</a:t>
                </a:r>
                <a:endParaRPr lang="en-US" sz="10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0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00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0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dirty="0">
                  <a:latin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BC2D00BB-5F76-4988-AF5A-D52A758DEE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8103" y="3019218"/>
                <a:ext cx="789533" cy="400110"/>
              </a:xfrm>
              <a:prstGeom prst="rect">
                <a:avLst/>
              </a:prstGeom>
              <a:blipFill>
                <a:blip r:embed="rId28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4" name="Arrow: Right 123">
            <a:extLst>
              <a:ext uri="{FF2B5EF4-FFF2-40B4-BE49-F238E27FC236}">
                <a16:creationId xmlns:a16="http://schemas.microsoft.com/office/drawing/2014/main" id="{7DB268B4-10BB-418E-8828-7F97D752B260}"/>
              </a:ext>
            </a:extLst>
          </p:cNvPr>
          <p:cNvSpPr/>
          <p:nvPr/>
        </p:nvSpPr>
        <p:spPr>
          <a:xfrm rot="11040772" flipH="1">
            <a:off x="1715411" y="3988096"/>
            <a:ext cx="637972" cy="101772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125" name="Arrow: Right 124">
            <a:extLst>
              <a:ext uri="{FF2B5EF4-FFF2-40B4-BE49-F238E27FC236}">
                <a16:creationId xmlns:a16="http://schemas.microsoft.com/office/drawing/2014/main" id="{1A8722AB-7079-41C5-B67C-993894D247A4}"/>
              </a:ext>
            </a:extLst>
          </p:cNvPr>
          <p:cNvSpPr/>
          <p:nvPr/>
        </p:nvSpPr>
        <p:spPr>
          <a:xfrm rot="10559228">
            <a:off x="1656784" y="4151256"/>
            <a:ext cx="670447" cy="89872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75425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C495D2-9325-4726-BAF3-3A1318A73D38}"/>
              </a:ext>
            </a:extLst>
          </p:cNvPr>
          <p:cNvSpPr/>
          <p:nvPr/>
        </p:nvSpPr>
        <p:spPr>
          <a:xfrm>
            <a:off x="557048" y="288577"/>
            <a:ext cx="6096000" cy="56323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b="1" dirty="0">
                <a:latin typeface="Calibri" panose="020F0502020204030204" pitchFamily="34" charset="0"/>
              </a:rPr>
              <a:t>VISSIM</a:t>
            </a:r>
            <a:r>
              <a:rPr lang="en-US" sz="1200" dirty="0">
                <a:latin typeface="Calibri" panose="020F0502020204030204" pitchFamily="34" charset="0"/>
              </a:rPr>
              <a:t>:</a:t>
            </a:r>
          </a:p>
          <a:p>
            <a:endParaRPr lang="en-US" sz="1200" dirty="0">
              <a:latin typeface="Calibri" panose="020F0502020204030204" pitchFamily="34" charset="0"/>
            </a:endParaRPr>
          </a:p>
          <a:p>
            <a:r>
              <a:rPr lang="en-US" sz="1200" dirty="0">
                <a:latin typeface="Calibri" panose="020F0502020204030204" pitchFamily="34" charset="0"/>
              </a:rPr>
              <a:t>Receive </a:t>
            </a:r>
            <a:r>
              <a:rPr lang="en-US" sz="1200" dirty="0" err="1">
                <a:latin typeface="Calibri" panose="020F0502020204030204" pitchFamily="34" charset="0"/>
              </a:rPr>
              <a:t>cmd</a:t>
            </a:r>
            <a:r>
              <a:rPr lang="en-US" sz="1200" dirty="0">
                <a:latin typeface="Calibri" panose="020F0502020204030204" pitchFamily="34" charset="0"/>
              </a:rPr>
              <a:t> acceleration a(t)</a:t>
            </a:r>
          </a:p>
          <a:p>
            <a:r>
              <a:rPr lang="en-US" sz="1200" dirty="0">
                <a:latin typeface="Calibri" panose="020F0502020204030204" pitchFamily="34" charset="0"/>
              </a:rPr>
              <a:t>Receive actual ego acceleration a(t)</a:t>
            </a:r>
          </a:p>
          <a:p>
            <a:endParaRPr lang="en-US" sz="1200" dirty="0">
              <a:latin typeface="Calibri" panose="020F0502020204030204" pitchFamily="34" charset="0"/>
            </a:endParaRPr>
          </a:p>
          <a:p>
            <a:r>
              <a:rPr lang="en-US" sz="1200" dirty="0">
                <a:latin typeface="Calibri" panose="020F0502020204030204" pitchFamily="34" charset="0"/>
              </a:rPr>
              <a:t>FOR each vehicle:</a:t>
            </a:r>
          </a:p>
          <a:p>
            <a:pPr marL="342900" marR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latin typeface="Calibri" panose="020F0502020204030204" pitchFamily="34" charset="0"/>
              </a:rPr>
              <a:t>Get actual v(t)</a:t>
            </a:r>
          </a:p>
          <a:p>
            <a:pPr marL="342900" marR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latin typeface="Calibri" panose="020F0502020204030204" pitchFamily="34" charset="0"/>
              </a:rPr>
              <a:t>Set desired acceleration a(t)</a:t>
            </a:r>
          </a:p>
          <a:p>
            <a:pPr marL="342900" marR="0"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alibri" panose="020F0502020204030204" pitchFamily="34" charset="0"/>
            </a:endParaRPr>
          </a:p>
          <a:p>
            <a:pPr marR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latin typeface="Calibri" panose="020F0502020204030204" pitchFamily="34" charset="0"/>
              </a:rPr>
              <a:t>Send v(t)</a:t>
            </a:r>
          </a:p>
          <a:p>
            <a:pPr marR="0"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alibri" panose="020F0502020204030204" pitchFamily="34" charset="0"/>
            </a:endParaRPr>
          </a:p>
          <a:p>
            <a:pPr marR="0"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alibri" panose="020F0502020204030204" pitchFamily="34" charset="0"/>
            </a:endParaRPr>
          </a:p>
          <a:p>
            <a:pPr marR="0"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alibri" panose="020F0502020204030204" pitchFamily="34" charset="0"/>
            </a:endParaRPr>
          </a:p>
          <a:p>
            <a:pPr marR="0"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alibri" panose="020F0502020204030204" pitchFamily="34" charset="0"/>
            </a:endParaRPr>
          </a:p>
          <a:p>
            <a:pPr marR="0"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alibri" panose="020F0502020204030204" pitchFamily="34" charset="0"/>
            </a:endParaRPr>
          </a:p>
          <a:p>
            <a:pPr marR="0"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alibri" panose="020F0502020204030204" pitchFamily="34" charset="0"/>
            </a:endParaRPr>
          </a:p>
          <a:p>
            <a:endParaRPr lang="en-US" sz="1200" dirty="0">
              <a:latin typeface="Calibri" panose="020F0502020204030204" pitchFamily="34" charset="0"/>
            </a:endParaRPr>
          </a:p>
          <a:p>
            <a:endParaRPr lang="en-US" sz="1200" dirty="0">
              <a:latin typeface="Calibri" panose="020F0502020204030204" pitchFamily="34" charset="0"/>
            </a:endParaRPr>
          </a:p>
          <a:p>
            <a:r>
              <a:rPr lang="en-US" sz="1200" dirty="0">
                <a:latin typeface="Calibri" panose="020F0502020204030204" pitchFamily="34" charset="0"/>
              </a:rPr>
              <a:t>Receive </a:t>
            </a:r>
            <a:r>
              <a:rPr lang="en-US" sz="1200" dirty="0" err="1">
                <a:latin typeface="Calibri" panose="020F0502020204030204" pitchFamily="34" charset="0"/>
              </a:rPr>
              <a:t>cmd</a:t>
            </a:r>
            <a:r>
              <a:rPr lang="en-US" sz="1200" dirty="0">
                <a:latin typeface="Calibri" panose="020F0502020204030204" pitchFamily="34" charset="0"/>
              </a:rPr>
              <a:t> acceleration a(</a:t>
            </a:r>
            <a:r>
              <a:rPr lang="en-US" sz="1200" dirty="0" err="1">
                <a:latin typeface="Calibri" panose="020F0502020204030204" pitchFamily="34" charset="0"/>
              </a:rPr>
              <a:t>t+dt</a:t>
            </a:r>
            <a:r>
              <a:rPr lang="en-US" sz="1200" dirty="0">
                <a:latin typeface="Calibri" panose="020F0502020204030204" pitchFamily="34" charset="0"/>
              </a:rPr>
              <a:t>)</a:t>
            </a:r>
          </a:p>
          <a:p>
            <a:r>
              <a:rPr lang="en-US" sz="1200" dirty="0">
                <a:latin typeface="Calibri" panose="020F0502020204030204" pitchFamily="34" charset="0"/>
              </a:rPr>
              <a:t>Receive actual ego acceleration a(t +dt)</a:t>
            </a:r>
          </a:p>
          <a:p>
            <a:endParaRPr lang="en-US" sz="1200" dirty="0">
              <a:latin typeface="Calibri" panose="020F0502020204030204" pitchFamily="34" charset="0"/>
            </a:endParaRPr>
          </a:p>
          <a:p>
            <a:r>
              <a:rPr lang="en-US" sz="1200" dirty="0">
                <a:latin typeface="Calibri" panose="020F0502020204030204" pitchFamily="34" charset="0"/>
              </a:rPr>
              <a:t>FOR each vehicle:</a:t>
            </a:r>
          </a:p>
          <a:p>
            <a:pPr marL="342900" marR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latin typeface="Calibri" panose="020F0502020204030204" pitchFamily="34" charset="0"/>
              </a:rPr>
              <a:t>Get actual v(t +dt)</a:t>
            </a:r>
          </a:p>
          <a:p>
            <a:pPr marL="342900" marR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latin typeface="Calibri" panose="020F0502020204030204" pitchFamily="34" charset="0"/>
              </a:rPr>
              <a:t>Set desired acceleration a(t +dt)</a:t>
            </a:r>
          </a:p>
          <a:p>
            <a:pPr marL="342900" marR="0"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alibri" panose="020F0502020204030204" pitchFamily="34" charset="0"/>
            </a:endParaRPr>
          </a:p>
          <a:p>
            <a:pPr marR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latin typeface="Calibri" panose="020F0502020204030204" pitchFamily="34" charset="0"/>
              </a:rPr>
              <a:t>Send v(t +dt)</a:t>
            </a:r>
          </a:p>
          <a:p>
            <a:pPr marR="0"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alibri" panose="020F0502020204030204" pitchFamily="34" charset="0"/>
            </a:endParaRPr>
          </a:p>
          <a:p>
            <a:pPr marR="0"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alibri" panose="020F0502020204030204" pitchFamily="34" charset="0"/>
            </a:endParaRPr>
          </a:p>
          <a:p>
            <a:pPr marR="0"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6ABDF4F-CA54-44A1-8108-482004645BB3}"/>
                  </a:ext>
                </a:extLst>
              </p:cNvPr>
              <p:cNvSpPr/>
              <p:nvPr/>
            </p:nvSpPr>
            <p:spPr>
              <a:xfrm>
                <a:off x="3725918" y="1557777"/>
                <a:ext cx="2233448" cy="34163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200" b="1" dirty="0">
                    <a:latin typeface="Calibri" panose="020F0502020204030204" pitchFamily="34" charset="0"/>
                  </a:rPr>
                  <a:t>Traffic Layer:</a:t>
                </a:r>
              </a:p>
              <a:p>
                <a:endParaRPr lang="en-US" sz="1200" dirty="0">
                  <a:latin typeface="Calibri" panose="020F0502020204030204" pitchFamily="34" charset="0"/>
                </a:endParaRPr>
              </a:p>
              <a:p>
                <a:r>
                  <a:rPr lang="en-US" sz="1200" dirty="0">
                    <a:latin typeface="Calibri" panose="020F0502020204030204" pitchFamily="34" charset="0"/>
                  </a:rPr>
                  <a:t>Receive v(t)</a:t>
                </a:r>
              </a:p>
              <a:p>
                <a:endParaRPr lang="en-US" sz="1200" dirty="0">
                  <a:latin typeface="Calibri" panose="020F0502020204030204" pitchFamily="34" charset="0"/>
                </a:endParaRPr>
              </a:p>
              <a:p>
                <a:r>
                  <a:rPr lang="en-US" sz="1200" dirty="0">
                    <a:latin typeface="Calibri" panose="020F0502020204030204" pitchFamily="34" charset="0"/>
                  </a:rPr>
                  <a:t>Send v(t)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1200" dirty="0">
                  <a:latin typeface="Calibri" panose="020F0502020204030204" pitchFamily="34" charset="0"/>
                </a:endParaRPr>
              </a:p>
              <a:p>
                <a:r>
                  <a:rPr lang="en-US" sz="1200" dirty="0">
                    <a:latin typeface="Calibri" panose="020F0502020204030204" pitchFamily="34" charset="0"/>
                  </a:rPr>
                  <a:t>WAIT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1200" dirty="0">
                  <a:latin typeface="Calibri" panose="020F0502020204030204" pitchFamily="34" charset="0"/>
                </a:endParaRPr>
              </a:p>
              <a:p>
                <a:r>
                  <a:rPr lang="en-US" sz="1200" dirty="0">
                    <a:latin typeface="Calibri" panose="020F0502020204030204" pitchFamily="34" charset="0"/>
                  </a:rPr>
                  <a:t>Receive Control v(</a:t>
                </a:r>
                <a:r>
                  <a:rPr lang="en-US" sz="1200" dirty="0" err="1">
                    <a:latin typeface="Calibri" panose="020F0502020204030204" pitchFamily="34" charset="0"/>
                  </a:rPr>
                  <a:t>t+dt</a:t>
                </a:r>
                <a:r>
                  <a:rPr lang="en-US" sz="1200" dirty="0">
                    <a:latin typeface="Calibri" panose="020F0502020204030204" pitchFamily="34" charset="0"/>
                  </a:rPr>
                  <a:t>), a(</a:t>
                </a:r>
                <a:r>
                  <a:rPr lang="en-US" sz="1200" dirty="0" err="1">
                    <a:latin typeface="Calibri" panose="020F0502020204030204" pitchFamily="34" charset="0"/>
                  </a:rPr>
                  <a:t>t+dt</a:t>
                </a:r>
                <a:r>
                  <a:rPr lang="en-US" sz="1200" dirty="0">
                    <a:latin typeface="Calibri" panose="020F0502020204030204" pitchFamily="34" charset="0"/>
                  </a:rPr>
                  <a:t>)</a:t>
                </a:r>
              </a:p>
              <a:p>
                <a:endParaRPr lang="en-US" sz="1200" dirty="0">
                  <a:latin typeface="Calibri" panose="020F0502020204030204" pitchFamily="34" charset="0"/>
                </a:endParaRPr>
              </a:p>
              <a:p>
                <a:endParaRPr lang="en-US" sz="1200" dirty="0">
                  <a:latin typeface="Calibri" panose="020F0502020204030204" pitchFamily="34" charset="0"/>
                </a:endParaRPr>
              </a:p>
              <a:p>
                <a:r>
                  <a:rPr lang="en-US" sz="1200" dirty="0">
                    <a:latin typeface="Calibri" panose="020F0502020204030204" pitchFamily="34" charset="0"/>
                  </a:rPr>
                  <a:t>Send v(</a:t>
                </a:r>
                <a:r>
                  <a:rPr lang="en-US" sz="1200" dirty="0" err="1">
                    <a:latin typeface="Calibri" panose="020F0502020204030204" pitchFamily="34" charset="0"/>
                  </a:rPr>
                  <a:t>t+dt</a:t>
                </a:r>
                <a:r>
                  <a:rPr lang="en-US" sz="1200" dirty="0">
                    <a:latin typeface="Calibri" panose="020F0502020204030204" pitchFamily="34" charset="0"/>
                  </a:rPr>
                  <a:t>) to ego</a:t>
                </a:r>
              </a:p>
              <a:p>
                <a:r>
                  <a:rPr lang="en-US" sz="1200" dirty="0">
                    <a:latin typeface="Calibri" panose="020F0502020204030204" pitchFamily="34" charset="0"/>
                  </a:rPr>
                  <a:t>Get actual ego a(</a:t>
                </a:r>
                <a:r>
                  <a:rPr lang="en-US" sz="1200" dirty="0" err="1">
                    <a:latin typeface="Calibri" panose="020F0502020204030204" pitchFamily="34" charset="0"/>
                  </a:rPr>
                  <a:t>t+dt</a:t>
                </a:r>
                <a:r>
                  <a:rPr lang="en-US" sz="1200" dirty="0">
                    <a:latin typeface="Calibri" panose="020F0502020204030204" pitchFamily="34" charset="0"/>
                  </a:rPr>
                  <a:t>)</a:t>
                </a:r>
              </a:p>
              <a:p>
                <a:endParaRPr lang="en-US" sz="1200" dirty="0">
                  <a:latin typeface="Calibri" panose="020F0502020204030204" pitchFamily="34" charset="0"/>
                </a:endParaRPr>
              </a:p>
              <a:p>
                <a:r>
                  <a:rPr lang="en-US" sz="1200" dirty="0">
                    <a:latin typeface="Calibri" panose="020F0502020204030204" pitchFamily="34" charset="0"/>
                  </a:rPr>
                  <a:t>Send </a:t>
                </a:r>
                <a:r>
                  <a:rPr lang="en-US" sz="1200" dirty="0" err="1">
                    <a:latin typeface="Calibri" panose="020F0502020204030204" pitchFamily="34" charset="0"/>
                  </a:rPr>
                  <a:t>cmd</a:t>
                </a:r>
                <a:r>
                  <a:rPr lang="en-US" sz="1200" dirty="0">
                    <a:latin typeface="Calibri" panose="020F0502020204030204" pitchFamily="34" charset="0"/>
                  </a:rPr>
                  <a:t> a(</a:t>
                </a:r>
                <a:r>
                  <a:rPr lang="en-US" sz="1200" dirty="0" err="1">
                    <a:latin typeface="Calibri" panose="020F0502020204030204" pitchFamily="34" charset="0"/>
                  </a:rPr>
                  <a:t>t+dt</a:t>
                </a:r>
                <a:r>
                  <a:rPr lang="en-US" sz="1200" dirty="0">
                    <a:latin typeface="Calibri" panose="020F0502020204030204" pitchFamily="34" charset="0"/>
                  </a:rPr>
                  <a:t>)</a:t>
                </a:r>
              </a:p>
              <a:p>
                <a:r>
                  <a:rPr lang="en-US" sz="1200" dirty="0">
                    <a:latin typeface="Calibri" panose="020F0502020204030204" pitchFamily="34" charset="0"/>
                  </a:rPr>
                  <a:t>Send actual ego a(</a:t>
                </a:r>
                <a:r>
                  <a:rPr lang="en-US" sz="1200" dirty="0" err="1">
                    <a:latin typeface="Calibri" panose="020F0502020204030204" pitchFamily="34" charset="0"/>
                  </a:rPr>
                  <a:t>t+dt</a:t>
                </a:r>
                <a:r>
                  <a:rPr lang="en-US" sz="1200" dirty="0">
                    <a:latin typeface="Calibri" panose="020F0502020204030204" pitchFamily="34" charset="0"/>
                  </a:rPr>
                  <a:t>)</a:t>
                </a:r>
              </a:p>
              <a:p>
                <a:pPr marR="0">
                  <a:spcBef>
                    <a:spcPts val="0"/>
                  </a:spcBef>
                  <a:spcAft>
                    <a:spcPts val="0"/>
                  </a:spcAft>
                </a:pPr>
                <a:endParaRPr lang="en-US" sz="1200" dirty="0">
                  <a:latin typeface="Calibri" panose="020F0502020204030204" pitchFamily="34" charset="0"/>
                </a:endParaRPr>
              </a:p>
              <a:p>
                <a:pPr marR="0">
                  <a:spcBef>
                    <a:spcPts val="0"/>
                  </a:spcBef>
                  <a:spcAft>
                    <a:spcPts val="0"/>
                  </a:spcAft>
                </a:pPr>
                <a:endParaRPr lang="en-US" sz="1200" dirty="0">
                  <a:latin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6ABDF4F-CA54-44A1-8108-482004645B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5918" y="1557777"/>
                <a:ext cx="2233448" cy="3416320"/>
              </a:xfrm>
              <a:prstGeom prst="rect">
                <a:avLst/>
              </a:prstGeom>
              <a:blipFill>
                <a:blip r:embed="rId3"/>
                <a:stretch>
                  <a:fillRect t="-1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5CC4D06C-187C-4315-81D3-1CE264A688CF}"/>
              </a:ext>
            </a:extLst>
          </p:cNvPr>
          <p:cNvSpPr/>
          <p:nvPr/>
        </p:nvSpPr>
        <p:spPr>
          <a:xfrm>
            <a:off x="5872656" y="1880942"/>
            <a:ext cx="257897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latin typeface="Calibri" panose="020F0502020204030204" pitchFamily="34" charset="0"/>
              </a:rPr>
              <a:t>Control Layer</a:t>
            </a:r>
          </a:p>
          <a:p>
            <a:endParaRPr lang="en-US" sz="1200" dirty="0">
              <a:latin typeface="Calibri" panose="020F0502020204030204" pitchFamily="34" charset="0"/>
            </a:endParaRPr>
          </a:p>
          <a:p>
            <a:r>
              <a:rPr lang="en-US" sz="1200" dirty="0">
                <a:latin typeface="Calibri" panose="020F0502020204030204" pitchFamily="34" charset="0"/>
              </a:rPr>
              <a:t>Receive v(t)</a:t>
            </a:r>
          </a:p>
          <a:p>
            <a:r>
              <a:rPr lang="en-US" sz="1200" dirty="0">
                <a:latin typeface="Calibri" panose="020F0502020204030204" pitchFamily="34" charset="0"/>
              </a:rPr>
              <a:t>Get Control v(</a:t>
            </a:r>
            <a:r>
              <a:rPr lang="en-US" sz="1200" dirty="0" err="1">
                <a:latin typeface="Calibri" panose="020F0502020204030204" pitchFamily="34" charset="0"/>
              </a:rPr>
              <a:t>t+dt</a:t>
            </a:r>
            <a:r>
              <a:rPr lang="en-US" sz="1200" dirty="0">
                <a:latin typeface="Calibri" panose="020F0502020204030204" pitchFamily="34" charset="0"/>
              </a:rPr>
              <a:t>), a(</a:t>
            </a:r>
            <a:r>
              <a:rPr lang="en-US" sz="1200" dirty="0" err="1">
                <a:latin typeface="Calibri" panose="020F0502020204030204" pitchFamily="34" charset="0"/>
              </a:rPr>
              <a:t>t+dt</a:t>
            </a:r>
            <a:r>
              <a:rPr lang="en-US" sz="1200" dirty="0">
                <a:latin typeface="Calibri" panose="020F0502020204030204" pitchFamily="34" charset="0"/>
              </a:rPr>
              <a:t>)</a:t>
            </a:r>
          </a:p>
          <a:p>
            <a:pPr marR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latin typeface="Calibri" panose="020F0502020204030204" pitchFamily="34" charset="0"/>
              </a:rPr>
              <a:t>Send </a:t>
            </a:r>
            <a:r>
              <a:rPr lang="en-US" sz="1200" dirty="0" err="1">
                <a:latin typeface="Calibri" panose="020F0502020204030204" pitchFamily="34" charset="0"/>
              </a:rPr>
              <a:t>cmd</a:t>
            </a:r>
            <a:r>
              <a:rPr lang="en-US" sz="1200" dirty="0">
                <a:latin typeface="Calibri" panose="020F0502020204030204" pitchFamily="34" charset="0"/>
              </a:rPr>
              <a:t> ego v(</a:t>
            </a:r>
            <a:r>
              <a:rPr lang="en-US" sz="1200" dirty="0" err="1">
                <a:latin typeface="Calibri" panose="020F0502020204030204" pitchFamily="34" charset="0"/>
              </a:rPr>
              <a:t>t+dt</a:t>
            </a:r>
            <a:r>
              <a:rPr lang="en-US" sz="1200" dirty="0">
                <a:latin typeface="Calibri" panose="020F0502020204030204" pitchFamily="34" charset="0"/>
              </a:rPr>
              <a:t>)</a:t>
            </a:r>
          </a:p>
          <a:p>
            <a:pPr marR="0">
              <a:spcBef>
                <a:spcPts val="0"/>
              </a:spcBef>
              <a:spcAft>
                <a:spcPts val="0"/>
              </a:spcAft>
            </a:pPr>
            <a:r>
              <a:rPr lang="en-US" sz="1200" dirty="0" err="1">
                <a:latin typeface="Calibri" panose="020F0502020204030204" pitchFamily="34" charset="0"/>
              </a:rPr>
              <a:t>Recv</a:t>
            </a:r>
            <a:r>
              <a:rPr lang="en-US" sz="1200" dirty="0">
                <a:latin typeface="Calibri" panose="020F0502020204030204" pitchFamily="34" charset="0"/>
              </a:rPr>
              <a:t> actual ego a(</a:t>
            </a:r>
            <a:r>
              <a:rPr lang="en-US" sz="1200" dirty="0" err="1">
                <a:latin typeface="Calibri" panose="020F0502020204030204" pitchFamily="34" charset="0"/>
              </a:rPr>
              <a:t>t+dt</a:t>
            </a:r>
            <a:r>
              <a:rPr lang="en-US" sz="1200" dirty="0">
                <a:latin typeface="Calibri" panose="020F0502020204030204" pitchFamily="34" charset="0"/>
              </a:rPr>
              <a:t>)</a:t>
            </a:r>
          </a:p>
          <a:p>
            <a:pPr marR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latin typeface="Calibri" panose="020F0502020204030204" pitchFamily="34" charset="0"/>
              </a:rPr>
              <a:t>Send actual ego a(</a:t>
            </a:r>
            <a:r>
              <a:rPr lang="en-US" sz="1200" dirty="0" err="1">
                <a:latin typeface="Calibri" panose="020F0502020204030204" pitchFamily="34" charset="0"/>
              </a:rPr>
              <a:t>t+dt</a:t>
            </a:r>
            <a:r>
              <a:rPr lang="en-US" sz="1200" dirty="0">
                <a:latin typeface="Calibri" panose="020F0502020204030204" pitchFamily="34" charset="0"/>
              </a:rPr>
              <a:t>), </a:t>
            </a:r>
            <a:r>
              <a:rPr lang="en-US" sz="1200" dirty="0" err="1">
                <a:latin typeface="Calibri" panose="020F0502020204030204" pitchFamily="34" charset="0"/>
              </a:rPr>
              <a:t>cmd</a:t>
            </a:r>
            <a:r>
              <a:rPr lang="en-US" sz="1200" dirty="0">
                <a:latin typeface="Calibri" panose="020F0502020204030204" pitchFamily="34" charset="0"/>
              </a:rPr>
              <a:t> a(</a:t>
            </a:r>
            <a:r>
              <a:rPr lang="en-US" sz="1200" dirty="0" err="1">
                <a:latin typeface="Calibri" panose="020F0502020204030204" pitchFamily="34" charset="0"/>
              </a:rPr>
              <a:t>t+dt</a:t>
            </a:r>
            <a:r>
              <a:rPr lang="en-US" sz="1200" dirty="0">
                <a:latin typeface="Calibri" panose="020F0502020204030204" pitchFamily="34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513CF1-4363-48A6-AF8B-4D286102C07A}"/>
              </a:ext>
            </a:extLst>
          </p:cNvPr>
          <p:cNvSpPr/>
          <p:nvPr/>
        </p:nvSpPr>
        <p:spPr>
          <a:xfrm>
            <a:off x="8451632" y="2214645"/>
            <a:ext cx="25789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latin typeface="Calibri" panose="020F0502020204030204" pitchFamily="34" charset="0"/>
              </a:rPr>
              <a:t>Ego Model</a:t>
            </a:r>
          </a:p>
          <a:p>
            <a:endParaRPr lang="en-US" sz="1200" dirty="0">
              <a:latin typeface="Calibri" panose="020F0502020204030204" pitchFamily="34" charset="0"/>
            </a:endParaRPr>
          </a:p>
          <a:p>
            <a:r>
              <a:rPr lang="en-US" sz="1200" dirty="0">
                <a:latin typeface="Calibri" panose="020F0502020204030204" pitchFamily="34" charset="0"/>
              </a:rPr>
              <a:t>Receive </a:t>
            </a:r>
            <a:r>
              <a:rPr lang="en-US" sz="1200" dirty="0" err="1">
                <a:latin typeface="Calibri" panose="020F0502020204030204" pitchFamily="34" charset="0"/>
              </a:rPr>
              <a:t>cmd</a:t>
            </a:r>
            <a:r>
              <a:rPr lang="en-US" sz="1200" dirty="0">
                <a:latin typeface="Calibri" panose="020F0502020204030204" pitchFamily="34" charset="0"/>
              </a:rPr>
              <a:t> ego v(</a:t>
            </a:r>
            <a:r>
              <a:rPr lang="en-US" sz="1200" dirty="0" err="1">
                <a:latin typeface="Calibri" panose="020F0502020204030204" pitchFamily="34" charset="0"/>
              </a:rPr>
              <a:t>t+dt</a:t>
            </a:r>
            <a:r>
              <a:rPr lang="en-US" sz="1200" dirty="0">
                <a:latin typeface="Calibri" panose="020F0502020204030204" pitchFamily="34" charset="0"/>
              </a:rPr>
              <a:t>)</a:t>
            </a:r>
          </a:p>
          <a:p>
            <a:pPr marR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latin typeface="Calibri" panose="020F0502020204030204" pitchFamily="34" charset="0"/>
              </a:rPr>
              <a:t>Send actual ego a(</a:t>
            </a:r>
            <a:r>
              <a:rPr lang="en-US" sz="1200" dirty="0" err="1">
                <a:latin typeface="Calibri" panose="020F0502020204030204" pitchFamily="34" charset="0"/>
              </a:rPr>
              <a:t>t+dt</a:t>
            </a:r>
            <a:r>
              <a:rPr lang="en-US" sz="1200" dirty="0">
                <a:latin typeface="Calibri" panose="020F050202020403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503143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FF8D0E-FBA7-DAF6-5470-5762B277E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598" y="0"/>
            <a:ext cx="4068468" cy="34387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B03118-EA87-9269-847B-F3FAAF956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796" y="3423138"/>
            <a:ext cx="4212773" cy="33684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A23AEB-82B7-6F97-1228-BCC177B65B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4269" y="62524"/>
            <a:ext cx="4633719" cy="36536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3385C6B-E91B-4539-8F06-DBDC112D169B}"/>
                  </a:ext>
                </a:extLst>
              </p:cNvPr>
              <p:cNvSpPr txBox="1"/>
              <p:nvPr/>
            </p:nvSpPr>
            <p:spPr>
              <a:xfrm>
                <a:off x="5074920" y="4053840"/>
                <a:ext cx="4180119" cy="7916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3.4</m:t>
                                  </m:r>
                                </m:e>
                              </m:d>
                            </m:e>
                          </m:groupChr>
                        </m:e>
                        <m:li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13.8017092</m:t>
                          </m:r>
                        </m:lim>
                      </m:limLow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3.3</m:t>
                                  </m:r>
                                </m:e>
                              </m:d>
                            </m:e>
                          </m:groupChr>
                        </m:e>
                        <m:li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13.7910480</m:t>
                          </m:r>
                        </m:lim>
                      </m:limLow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+0.1⋅</m:t>
                      </m:r>
                      <m:limLow>
                        <m:limLow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(3.3)</m:t>
                              </m:r>
                            </m:e>
                          </m:groupChr>
                        </m:e>
                        <m:li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0.106611319</m:t>
                          </m:r>
                        </m:lim>
                      </m:limLow>
                    </m:oMath>
                  </m:oMathPara>
                </a14:m>
                <a:endParaRPr lang="en-US" i="1" dirty="0"/>
              </a:p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3385C6B-E91B-4539-8F06-DBDC112D16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920" y="4053840"/>
                <a:ext cx="4180119" cy="791627"/>
              </a:xfrm>
              <a:prstGeom prst="rect">
                <a:avLst/>
              </a:prstGeom>
              <a:blipFill>
                <a:blip r:embed="rId5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9046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C495D2-9325-4726-BAF3-3A1318A73D38}"/>
              </a:ext>
            </a:extLst>
          </p:cNvPr>
          <p:cNvSpPr/>
          <p:nvPr/>
        </p:nvSpPr>
        <p:spPr>
          <a:xfrm>
            <a:off x="597120" y="1499962"/>
            <a:ext cx="60960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b="1" dirty="0">
                <a:latin typeface="Calibri" panose="020F0502020204030204" pitchFamily="34" charset="0"/>
              </a:rPr>
              <a:t>SUMO</a:t>
            </a:r>
            <a:r>
              <a:rPr lang="en-US" sz="1200" dirty="0">
                <a:latin typeface="Calibri" panose="020F0502020204030204" pitchFamily="34" charset="0"/>
              </a:rPr>
              <a:t>:</a:t>
            </a:r>
          </a:p>
          <a:p>
            <a:pPr marR="0"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alibri" panose="020F0502020204030204" pitchFamily="34" charset="0"/>
            </a:endParaRPr>
          </a:p>
          <a:p>
            <a:pPr marR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latin typeface="Calibri" panose="020F0502020204030204" pitchFamily="34" charset="0"/>
              </a:rPr>
              <a:t>Send v(t)</a:t>
            </a:r>
          </a:p>
          <a:p>
            <a:pPr marR="0"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alibri" panose="020F0502020204030204" pitchFamily="34" charset="0"/>
            </a:endParaRPr>
          </a:p>
          <a:p>
            <a:pPr marR="0"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alibri" panose="020F0502020204030204" pitchFamily="34" charset="0"/>
            </a:endParaRPr>
          </a:p>
          <a:p>
            <a:pPr marR="0"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alibri" panose="020F0502020204030204" pitchFamily="34" charset="0"/>
            </a:endParaRPr>
          </a:p>
          <a:p>
            <a:pPr marR="0"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alibri" panose="020F0502020204030204" pitchFamily="34" charset="0"/>
            </a:endParaRPr>
          </a:p>
          <a:p>
            <a:pPr marR="0"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alibri" panose="020F0502020204030204" pitchFamily="34" charset="0"/>
            </a:endParaRPr>
          </a:p>
          <a:p>
            <a:pPr marR="0"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alibri" panose="020F0502020204030204" pitchFamily="34" charset="0"/>
            </a:endParaRPr>
          </a:p>
          <a:p>
            <a:pPr marR="0"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alibri" panose="020F0502020204030204" pitchFamily="34" charset="0"/>
            </a:endParaRPr>
          </a:p>
          <a:p>
            <a:pPr marR="0"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alibri" panose="020F0502020204030204" pitchFamily="34" charset="0"/>
            </a:endParaRPr>
          </a:p>
          <a:p>
            <a:pPr marR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latin typeface="Calibri" panose="020F0502020204030204" pitchFamily="34" charset="0"/>
              </a:rPr>
              <a:t>Receive v(</a:t>
            </a:r>
            <a:r>
              <a:rPr lang="en-US" sz="1200" dirty="0" err="1">
                <a:latin typeface="Calibri" panose="020F0502020204030204" pitchFamily="34" charset="0"/>
              </a:rPr>
              <a:t>t+dt</a:t>
            </a:r>
            <a:r>
              <a:rPr lang="en-US" sz="1200" dirty="0">
                <a:latin typeface="Calibri" panose="020F0502020204030204" pitchFamily="34" charset="0"/>
              </a:rPr>
              <a:t>)</a:t>
            </a:r>
          </a:p>
          <a:p>
            <a:pPr marR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latin typeface="Calibri" panose="020F0502020204030204" pitchFamily="34" charset="0"/>
              </a:rPr>
              <a:t>Simulate next step</a:t>
            </a:r>
          </a:p>
          <a:p>
            <a:pPr marR="0"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alibri" panose="020F0502020204030204" pitchFamily="34" charset="0"/>
            </a:endParaRPr>
          </a:p>
          <a:p>
            <a:pPr marR="0"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alibri" panose="020F0502020204030204" pitchFamily="34" charset="0"/>
            </a:endParaRPr>
          </a:p>
          <a:p>
            <a:pPr marR="0"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6ABDF4F-CA54-44A1-8108-482004645BB3}"/>
                  </a:ext>
                </a:extLst>
              </p:cNvPr>
              <p:cNvSpPr/>
              <p:nvPr/>
            </p:nvSpPr>
            <p:spPr>
              <a:xfrm>
                <a:off x="3725918" y="1557777"/>
                <a:ext cx="2233448" cy="249299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200" b="1" dirty="0">
                    <a:latin typeface="Calibri" panose="020F0502020204030204" pitchFamily="34" charset="0"/>
                  </a:rPr>
                  <a:t>Traffic Layer:</a:t>
                </a:r>
              </a:p>
              <a:p>
                <a:endParaRPr lang="en-US" sz="1200" dirty="0">
                  <a:latin typeface="Calibri" panose="020F0502020204030204" pitchFamily="34" charset="0"/>
                </a:endParaRPr>
              </a:p>
              <a:p>
                <a:r>
                  <a:rPr lang="en-US" sz="1200" dirty="0">
                    <a:latin typeface="Calibri" panose="020F0502020204030204" pitchFamily="34" charset="0"/>
                  </a:rPr>
                  <a:t>Receive v(t)</a:t>
                </a:r>
              </a:p>
              <a:p>
                <a:endParaRPr lang="en-US" sz="1200" dirty="0">
                  <a:latin typeface="Calibri" panose="020F0502020204030204" pitchFamily="34" charset="0"/>
                </a:endParaRPr>
              </a:p>
              <a:p>
                <a:r>
                  <a:rPr lang="en-US" sz="1200" dirty="0">
                    <a:latin typeface="Calibri" panose="020F0502020204030204" pitchFamily="34" charset="0"/>
                  </a:rPr>
                  <a:t>Send v(t)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1200" dirty="0">
                  <a:latin typeface="Calibri" panose="020F0502020204030204" pitchFamily="34" charset="0"/>
                </a:endParaRPr>
              </a:p>
              <a:p>
                <a:r>
                  <a:rPr lang="en-US" sz="1200" dirty="0">
                    <a:latin typeface="Calibri" panose="020F0502020204030204" pitchFamily="34" charset="0"/>
                  </a:rPr>
                  <a:t>WAIT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1200" dirty="0">
                  <a:latin typeface="Calibri" panose="020F0502020204030204" pitchFamily="34" charset="0"/>
                </a:endParaRPr>
              </a:p>
              <a:p>
                <a:r>
                  <a:rPr lang="en-US" sz="1200" dirty="0">
                    <a:latin typeface="Calibri" panose="020F0502020204030204" pitchFamily="34" charset="0"/>
                  </a:rPr>
                  <a:t>Receive v(</a:t>
                </a:r>
                <a:r>
                  <a:rPr lang="en-US" sz="1200" dirty="0" err="1">
                    <a:latin typeface="Calibri" panose="020F0502020204030204" pitchFamily="34" charset="0"/>
                  </a:rPr>
                  <a:t>t+dt</a:t>
                </a:r>
                <a:r>
                  <a:rPr lang="en-US" sz="1200" dirty="0">
                    <a:latin typeface="Calibri" panose="020F0502020204030204" pitchFamily="34" charset="0"/>
                  </a:rPr>
                  <a:t>)</a:t>
                </a:r>
              </a:p>
              <a:p>
                <a:endParaRPr lang="en-US" sz="1200" dirty="0">
                  <a:latin typeface="Calibri" panose="020F0502020204030204" pitchFamily="34" charset="0"/>
                </a:endParaRPr>
              </a:p>
              <a:p>
                <a:endParaRPr lang="en-US" sz="1200" dirty="0">
                  <a:latin typeface="Calibri" panose="020F0502020204030204" pitchFamily="34" charset="0"/>
                </a:endParaRPr>
              </a:p>
              <a:p>
                <a:r>
                  <a:rPr lang="en-US" sz="1200" dirty="0">
                    <a:latin typeface="Calibri" panose="020F0502020204030204" pitchFamily="34" charset="0"/>
                  </a:rPr>
                  <a:t>Send v(</a:t>
                </a:r>
                <a:r>
                  <a:rPr lang="en-US" sz="1200" dirty="0" err="1">
                    <a:latin typeface="Calibri" panose="020F0502020204030204" pitchFamily="34" charset="0"/>
                  </a:rPr>
                  <a:t>t+dt</a:t>
                </a:r>
                <a:r>
                  <a:rPr lang="en-US" sz="1200" dirty="0">
                    <a:latin typeface="Calibri" panose="020F0502020204030204" pitchFamily="34" charset="0"/>
                  </a:rPr>
                  <a:t>)</a:t>
                </a:r>
              </a:p>
              <a:p>
                <a:pPr marR="0">
                  <a:spcBef>
                    <a:spcPts val="0"/>
                  </a:spcBef>
                  <a:spcAft>
                    <a:spcPts val="0"/>
                  </a:spcAft>
                </a:pPr>
                <a:endParaRPr lang="en-US" sz="1200" dirty="0">
                  <a:latin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6ABDF4F-CA54-44A1-8108-482004645B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5918" y="1557777"/>
                <a:ext cx="2233448" cy="2492990"/>
              </a:xfrm>
              <a:prstGeom prst="rect">
                <a:avLst/>
              </a:prstGeom>
              <a:blipFill>
                <a:blip r:embed="rId3"/>
                <a:stretch>
                  <a:fillRect t="-2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5CC4D06C-187C-4315-81D3-1CE264A688CF}"/>
              </a:ext>
            </a:extLst>
          </p:cNvPr>
          <p:cNvSpPr/>
          <p:nvPr/>
        </p:nvSpPr>
        <p:spPr>
          <a:xfrm>
            <a:off x="5872655" y="1880942"/>
            <a:ext cx="287275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latin typeface="Calibri" panose="020F0502020204030204" pitchFamily="34" charset="0"/>
              </a:rPr>
              <a:t>Control Layer</a:t>
            </a:r>
          </a:p>
          <a:p>
            <a:endParaRPr lang="en-US" sz="1200" dirty="0">
              <a:latin typeface="Calibri" panose="020F0502020204030204" pitchFamily="34" charset="0"/>
            </a:endParaRPr>
          </a:p>
          <a:p>
            <a:r>
              <a:rPr lang="en-US" sz="1200" dirty="0">
                <a:latin typeface="Calibri" panose="020F0502020204030204" pitchFamily="34" charset="0"/>
              </a:rPr>
              <a:t>Receive v(t)</a:t>
            </a:r>
          </a:p>
          <a:p>
            <a:r>
              <a:rPr lang="en-US" sz="1200" dirty="0">
                <a:latin typeface="Calibri" panose="020F0502020204030204" pitchFamily="34" charset="0"/>
              </a:rPr>
              <a:t>Get Control v(</a:t>
            </a:r>
            <a:r>
              <a:rPr lang="en-US" sz="1200" dirty="0" err="1">
                <a:latin typeface="Calibri" panose="020F0502020204030204" pitchFamily="34" charset="0"/>
              </a:rPr>
              <a:t>t+dt</a:t>
            </a:r>
            <a:r>
              <a:rPr lang="en-US" sz="1200" dirty="0">
                <a:latin typeface="Calibri" panose="020F0502020204030204" pitchFamily="34" charset="0"/>
              </a:rPr>
              <a:t>), a(t)</a:t>
            </a:r>
          </a:p>
          <a:p>
            <a:pPr marR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latin typeface="Calibri" panose="020F0502020204030204" pitchFamily="34" charset="0"/>
              </a:rPr>
              <a:t>Send </a:t>
            </a:r>
            <a:r>
              <a:rPr lang="en-US" sz="1200" dirty="0" err="1">
                <a:latin typeface="Calibri" panose="020F0502020204030204" pitchFamily="34" charset="0"/>
              </a:rPr>
              <a:t>cmd</a:t>
            </a:r>
            <a:r>
              <a:rPr lang="en-US" sz="1200" dirty="0">
                <a:latin typeface="Calibri" panose="020F0502020204030204" pitchFamily="34" charset="0"/>
              </a:rPr>
              <a:t> ego v(</a:t>
            </a:r>
            <a:r>
              <a:rPr lang="en-US" sz="1200" dirty="0" err="1">
                <a:latin typeface="Calibri" panose="020F0502020204030204" pitchFamily="34" charset="0"/>
              </a:rPr>
              <a:t>t+dt</a:t>
            </a:r>
            <a:r>
              <a:rPr lang="en-US" sz="1200" dirty="0">
                <a:latin typeface="Calibri" panose="020F0502020204030204" pitchFamily="34" charset="0"/>
              </a:rPr>
              <a:t>)</a:t>
            </a:r>
          </a:p>
          <a:p>
            <a:pPr marR="0">
              <a:spcBef>
                <a:spcPts val="0"/>
              </a:spcBef>
              <a:spcAft>
                <a:spcPts val="0"/>
              </a:spcAft>
            </a:pPr>
            <a:r>
              <a:rPr lang="en-US" sz="1200" dirty="0" err="1">
                <a:latin typeface="Calibri" panose="020F0502020204030204" pitchFamily="34" charset="0"/>
              </a:rPr>
              <a:t>Recv</a:t>
            </a:r>
            <a:r>
              <a:rPr lang="en-US" sz="1200" dirty="0">
                <a:latin typeface="Calibri" panose="020F0502020204030204" pitchFamily="34" charset="0"/>
              </a:rPr>
              <a:t> actual ego v(</a:t>
            </a:r>
            <a:r>
              <a:rPr lang="en-US" sz="1200" dirty="0" err="1">
                <a:latin typeface="Calibri" panose="020F0502020204030204" pitchFamily="34" charset="0"/>
              </a:rPr>
              <a:t>t+dt</a:t>
            </a:r>
            <a:r>
              <a:rPr lang="en-US" sz="1200" dirty="0">
                <a:latin typeface="Calibri" panose="020F0502020204030204" pitchFamily="34" charset="0"/>
              </a:rPr>
              <a:t>)</a:t>
            </a:r>
          </a:p>
          <a:p>
            <a:pPr marR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latin typeface="Calibri" panose="020F0502020204030204" pitchFamily="34" charset="0"/>
              </a:rPr>
              <a:t>Send actual ego v(</a:t>
            </a:r>
            <a:r>
              <a:rPr lang="en-US" sz="1200" dirty="0" err="1">
                <a:latin typeface="Calibri" panose="020F0502020204030204" pitchFamily="34" charset="0"/>
              </a:rPr>
              <a:t>t+dt</a:t>
            </a:r>
            <a:r>
              <a:rPr lang="en-US" sz="1200" dirty="0">
                <a:latin typeface="Calibri" panose="020F0502020204030204" pitchFamily="34" charset="0"/>
              </a:rPr>
              <a:t>), </a:t>
            </a:r>
            <a:r>
              <a:rPr lang="en-US" sz="1200" dirty="0" err="1">
                <a:latin typeface="Calibri" panose="020F0502020204030204" pitchFamily="34" charset="0"/>
              </a:rPr>
              <a:t>cmd</a:t>
            </a:r>
            <a:r>
              <a:rPr lang="en-US" sz="1200" dirty="0">
                <a:latin typeface="Calibri" panose="020F0502020204030204" pitchFamily="34" charset="0"/>
              </a:rPr>
              <a:t> traffic v(</a:t>
            </a:r>
            <a:r>
              <a:rPr lang="en-US" sz="1200" dirty="0" err="1">
                <a:latin typeface="Calibri" panose="020F0502020204030204" pitchFamily="34" charset="0"/>
              </a:rPr>
              <a:t>t+dt</a:t>
            </a:r>
            <a:r>
              <a:rPr lang="en-US" sz="1200" dirty="0">
                <a:latin typeface="Calibri" panose="020F0502020204030204" pitchFamily="34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513CF1-4363-48A6-AF8B-4D286102C07A}"/>
              </a:ext>
            </a:extLst>
          </p:cNvPr>
          <p:cNvSpPr/>
          <p:nvPr/>
        </p:nvSpPr>
        <p:spPr>
          <a:xfrm>
            <a:off x="8745414" y="2214645"/>
            <a:ext cx="25789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latin typeface="Calibri" panose="020F0502020204030204" pitchFamily="34" charset="0"/>
              </a:rPr>
              <a:t>Ego Model</a:t>
            </a:r>
          </a:p>
          <a:p>
            <a:endParaRPr lang="en-US" sz="1200" dirty="0">
              <a:latin typeface="Calibri" panose="020F0502020204030204" pitchFamily="34" charset="0"/>
            </a:endParaRPr>
          </a:p>
          <a:p>
            <a:r>
              <a:rPr lang="en-US" sz="1200" dirty="0">
                <a:latin typeface="Calibri" panose="020F0502020204030204" pitchFamily="34" charset="0"/>
              </a:rPr>
              <a:t>Receive </a:t>
            </a:r>
            <a:r>
              <a:rPr lang="en-US" sz="1200" dirty="0" err="1">
                <a:latin typeface="Calibri" panose="020F0502020204030204" pitchFamily="34" charset="0"/>
              </a:rPr>
              <a:t>cmd</a:t>
            </a:r>
            <a:r>
              <a:rPr lang="en-US" sz="1200" dirty="0">
                <a:latin typeface="Calibri" panose="020F0502020204030204" pitchFamily="34" charset="0"/>
              </a:rPr>
              <a:t> ego v(</a:t>
            </a:r>
            <a:r>
              <a:rPr lang="en-US" sz="1200" dirty="0" err="1">
                <a:latin typeface="Calibri" panose="020F0502020204030204" pitchFamily="34" charset="0"/>
              </a:rPr>
              <a:t>t+dt</a:t>
            </a:r>
            <a:r>
              <a:rPr lang="en-US" sz="1200" dirty="0">
                <a:latin typeface="Calibri" panose="020F0502020204030204" pitchFamily="34" charset="0"/>
              </a:rPr>
              <a:t>)</a:t>
            </a:r>
          </a:p>
          <a:p>
            <a:pPr marR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latin typeface="Calibri" panose="020F0502020204030204" pitchFamily="34" charset="0"/>
              </a:rPr>
              <a:t>Send actual ego v(</a:t>
            </a:r>
            <a:r>
              <a:rPr lang="en-US" sz="1200" dirty="0" err="1">
                <a:latin typeface="Calibri" panose="020F0502020204030204" pitchFamily="34" charset="0"/>
              </a:rPr>
              <a:t>t+dt</a:t>
            </a:r>
            <a:r>
              <a:rPr lang="en-US" sz="1200" dirty="0">
                <a:latin typeface="Calibri" panose="020F0502020204030204" pitchFamily="34" charset="0"/>
              </a:rPr>
              <a:t>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A76EAC-4E57-4642-9E79-81D3BC054855}"/>
              </a:ext>
            </a:extLst>
          </p:cNvPr>
          <p:cNvSpPr/>
          <p:nvPr/>
        </p:nvSpPr>
        <p:spPr>
          <a:xfrm>
            <a:off x="6012362" y="3377135"/>
            <a:ext cx="887608" cy="453702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1371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chemeClr val="tx1"/>
                </a:solidFill>
                <a:latin typeface="Helvetica" panose="020B0604020202020204" pitchFamily="34" charset="0"/>
              </a:rPr>
              <a:t>Traffic Simulator 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715FCB18-EAD6-422C-AA8E-B7A3F8AD4E33}"/>
              </a:ext>
            </a:extLst>
          </p:cNvPr>
          <p:cNvSpPr/>
          <p:nvPr/>
        </p:nvSpPr>
        <p:spPr>
          <a:xfrm rot="5400000" flipV="1">
            <a:off x="6553918" y="6853812"/>
            <a:ext cx="228600" cy="91440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6DD5EE-623D-4D2B-82A5-183F5C78716E}"/>
              </a:ext>
            </a:extLst>
          </p:cNvPr>
          <p:cNvSpPr/>
          <p:nvPr/>
        </p:nvSpPr>
        <p:spPr>
          <a:xfrm>
            <a:off x="9139539" y="3377135"/>
            <a:ext cx="811742" cy="453702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1371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chemeClr val="tx1"/>
                </a:solidFill>
                <a:latin typeface="Helvetica" panose="020B0604020202020204" pitchFamily="34" charset="0"/>
              </a:rPr>
              <a:t>CAV Application Client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E7B667E5-1237-41AE-84F1-BC28518C7A01}"/>
              </a:ext>
            </a:extLst>
          </p:cNvPr>
          <p:cNvSpPr/>
          <p:nvPr/>
        </p:nvSpPr>
        <p:spPr>
          <a:xfrm rot="5400000" flipV="1">
            <a:off x="6032690" y="5390869"/>
            <a:ext cx="1270184" cy="137160"/>
          </a:xfrm>
          <a:prstGeom prst="rightArrow">
            <a:avLst/>
          </a:prstGeom>
          <a:noFill/>
          <a:ln w="12700">
            <a:solidFill>
              <a:schemeClr val="accent3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7D7E35-D938-4612-A95B-AD367934DEC7}"/>
              </a:ext>
            </a:extLst>
          </p:cNvPr>
          <p:cNvSpPr/>
          <p:nvPr/>
        </p:nvSpPr>
        <p:spPr>
          <a:xfrm>
            <a:off x="7028985" y="3387475"/>
            <a:ext cx="1997135" cy="452668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1371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chemeClr val="tx1"/>
                </a:solidFill>
                <a:latin typeface="Helvetica" panose="020B0604020202020204" pitchFamily="34" charset="0"/>
              </a:rPr>
              <a:t>Flexible Real-Sim Interface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8BC6DC-6471-4AD1-BF84-708D3F25FEEC}"/>
              </a:ext>
            </a:extLst>
          </p:cNvPr>
          <p:cNvSpPr/>
          <p:nvPr/>
        </p:nvSpPr>
        <p:spPr>
          <a:xfrm>
            <a:off x="7136482" y="3654809"/>
            <a:ext cx="743437" cy="3356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chemeClr val="tx1"/>
                </a:solidFill>
                <a:latin typeface="Helvetica" panose="020B0604020202020204" pitchFamily="34" charset="0"/>
              </a:rPr>
              <a:t>Traffic Layer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1B34A7-5E35-400F-9660-28CB88D22046}"/>
              </a:ext>
            </a:extLst>
          </p:cNvPr>
          <p:cNvSpPr/>
          <p:nvPr/>
        </p:nvSpPr>
        <p:spPr>
          <a:xfrm>
            <a:off x="8032478" y="3659572"/>
            <a:ext cx="848636" cy="3356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  <a:rou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chemeClr val="tx1"/>
                </a:solidFill>
                <a:latin typeface="Helvetica" panose="020B0604020202020204" pitchFamily="34" charset="0"/>
              </a:rPr>
              <a:t>Application Layer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B6EB00D-1474-4B5F-967B-177F73B24E0C}"/>
              </a:ext>
            </a:extLst>
          </p:cNvPr>
          <p:cNvSpPr/>
          <p:nvPr/>
        </p:nvSpPr>
        <p:spPr>
          <a:xfrm>
            <a:off x="6547066" y="4214647"/>
            <a:ext cx="228600" cy="2286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28575">
            <a:solidFill>
              <a:schemeClr val="accent3"/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sz="9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75F169F-DE60-4BE5-8677-C3F8E33616A5}"/>
                  </a:ext>
                </a:extLst>
              </p:cNvPr>
              <p:cNvSpPr txBox="1"/>
              <p:nvPr/>
            </p:nvSpPr>
            <p:spPr>
              <a:xfrm>
                <a:off x="6108581" y="4203306"/>
                <a:ext cx="39732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75F169F-DE60-4BE5-8677-C3F8E33616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8581" y="4203306"/>
                <a:ext cx="397329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2AB92EC-4DE6-410F-BB59-2B690D0AB774}"/>
                  </a:ext>
                </a:extLst>
              </p:cNvPr>
              <p:cNvSpPr txBox="1"/>
              <p:nvPr/>
            </p:nvSpPr>
            <p:spPr>
              <a:xfrm>
                <a:off x="9459684" y="4017176"/>
                <a:ext cx="39732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2AB92EC-4DE6-410F-BB59-2B690D0AB7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9684" y="4017176"/>
                <a:ext cx="397329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Oval 19">
            <a:extLst>
              <a:ext uri="{FF2B5EF4-FFF2-40B4-BE49-F238E27FC236}">
                <a16:creationId xmlns:a16="http://schemas.microsoft.com/office/drawing/2014/main" id="{D56B496C-7EBC-4AC3-A2E1-88B41731F035}"/>
              </a:ext>
            </a:extLst>
          </p:cNvPr>
          <p:cNvSpPr/>
          <p:nvPr/>
        </p:nvSpPr>
        <p:spPr>
          <a:xfrm>
            <a:off x="9274473" y="4015510"/>
            <a:ext cx="228600" cy="2286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/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96DC82D-4AE3-4663-A4B7-399C5FAE1767}"/>
              </a:ext>
            </a:extLst>
          </p:cNvPr>
          <p:cNvSpPr/>
          <p:nvPr/>
        </p:nvSpPr>
        <p:spPr>
          <a:xfrm>
            <a:off x="9274473" y="4547658"/>
            <a:ext cx="228600" cy="2286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/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C229C17F-5704-48B3-946D-053920CCB837}"/>
              </a:ext>
            </a:extLst>
          </p:cNvPr>
          <p:cNvSpPr/>
          <p:nvPr/>
        </p:nvSpPr>
        <p:spPr>
          <a:xfrm rot="11040772" flipH="1">
            <a:off x="6823200" y="4426439"/>
            <a:ext cx="2423160" cy="91440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D1A658F4-66FA-4D6B-B047-DE472C2955CF}"/>
              </a:ext>
            </a:extLst>
          </p:cNvPr>
          <p:cNvSpPr/>
          <p:nvPr/>
        </p:nvSpPr>
        <p:spPr>
          <a:xfrm rot="11040772" flipH="1">
            <a:off x="8603041" y="4617271"/>
            <a:ext cx="640080" cy="91440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63D55EC6-F0F3-48D3-87BC-16451159B392}"/>
              </a:ext>
            </a:extLst>
          </p:cNvPr>
          <p:cNvSpPr/>
          <p:nvPr/>
        </p:nvSpPr>
        <p:spPr>
          <a:xfrm rot="5400000">
            <a:off x="8701197" y="5497062"/>
            <a:ext cx="1371600" cy="91440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93ED20E-517B-45E3-A3BD-0828E79731A8}"/>
                  </a:ext>
                </a:extLst>
              </p:cNvPr>
              <p:cNvSpPr txBox="1"/>
              <p:nvPr/>
            </p:nvSpPr>
            <p:spPr>
              <a:xfrm>
                <a:off x="7620566" y="4149352"/>
                <a:ext cx="628737" cy="553998"/>
              </a:xfrm>
              <a:prstGeom prst="rect">
                <a:avLst/>
              </a:prstGeom>
              <a:solidFill>
                <a:schemeClr val="bg1">
                  <a:alpha val="4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1000" dirty="0">
                    <a:latin typeface="Helvetica" panose="020B0604020202020204" pitchFamily="34" charset="0"/>
                  </a:rPr>
                  <a:t>Traffic States 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0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000" dirty="0">
                  <a:latin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93ED20E-517B-45E3-A3BD-0828E79731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566" y="4149352"/>
                <a:ext cx="628737" cy="553998"/>
              </a:xfrm>
              <a:prstGeom prst="rect">
                <a:avLst/>
              </a:prstGeom>
              <a:blipFill>
                <a:blip r:embed="rId6"/>
                <a:stretch>
                  <a:fillRect t="-1099" b="-2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62E2122-AA50-4AB9-A336-1BE5E4D3BC69}"/>
                  </a:ext>
                </a:extLst>
              </p:cNvPr>
              <p:cNvSpPr txBox="1"/>
              <p:nvPr/>
            </p:nvSpPr>
            <p:spPr>
              <a:xfrm>
                <a:off x="8464215" y="4665417"/>
                <a:ext cx="639142" cy="400110"/>
              </a:xfrm>
              <a:prstGeom prst="rect">
                <a:avLst/>
              </a:prstGeom>
              <a:solidFill>
                <a:schemeClr val="bg1">
                  <a:alpha val="4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1000" dirty="0" err="1">
                    <a:latin typeface="Helvetica" panose="020B0604020202020204" pitchFamily="34" charset="0"/>
                  </a:rPr>
                  <a:t>Cmd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0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000" i="1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100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10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000" dirty="0">
                  <a:latin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62E2122-AA50-4AB9-A336-1BE5E4D3BC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4215" y="4665417"/>
                <a:ext cx="639142" cy="400110"/>
              </a:xfrm>
              <a:prstGeom prst="rect">
                <a:avLst/>
              </a:prstGeom>
              <a:blipFill>
                <a:blip r:embed="rId7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C17A32A1-4DB9-40A4-B2AC-A29DC34F79F5}"/>
              </a:ext>
            </a:extLst>
          </p:cNvPr>
          <p:cNvSpPr txBox="1"/>
          <p:nvPr/>
        </p:nvSpPr>
        <p:spPr>
          <a:xfrm>
            <a:off x="9464051" y="4308348"/>
            <a:ext cx="48908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Helvetica" panose="020B0604020202020204" pitchFamily="34" charset="0"/>
              </a:rPr>
              <a:t>Hold last states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4C6EE39-94C7-4165-A5F3-38C18A785823}"/>
              </a:ext>
            </a:extLst>
          </p:cNvPr>
          <p:cNvSpPr txBox="1"/>
          <p:nvPr/>
        </p:nvSpPr>
        <p:spPr>
          <a:xfrm>
            <a:off x="9168658" y="5656420"/>
            <a:ext cx="723639" cy="153888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000" dirty="0">
                <a:latin typeface="Helvetica" panose="020B0604020202020204" pitchFamily="34" charset="0"/>
              </a:rPr>
              <a:t>Interpolation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AF62905-1D1C-4096-9072-73CA390AFC49}"/>
              </a:ext>
            </a:extLst>
          </p:cNvPr>
          <p:cNvSpPr txBox="1"/>
          <p:nvPr/>
        </p:nvSpPr>
        <p:spPr>
          <a:xfrm>
            <a:off x="6196077" y="5567691"/>
            <a:ext cx="59959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Helvetica" panose="020B0604020202020204" pitchFamily="34" charset="0"/>
              </a:rPr>
              <a:t>Idle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C9A57B2E-79AF-4818-A47C-6FCE86FB5D1C}"/>
              </a:ext>
            </a:extLst>
          </p:cNvPr>
          <p:cNvSpPr/>
          <p:nvPr/>
        </p:nvSpPr>
        <p:spPr>
          <a:xfrm rot="5400000">
            <a:off x="9139532" y="6836073"/>
            <a:ext cx="518973" cy="104181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0F896D1-FEEE-459B-B0E0-A7E11EA1BC87}"/>
              </a:ext>
            </a:extLst>
          </p:cNvPr>
          <p:cNvSpPr/>
          <p:nvPr/>
        </p:nvSpPr>
        <p:spPr>
          <a:xfrm>
            <a:off x="6554191" y="6524602"/>
            <a:ext cx="228600" cy="2286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28575">
            <a:solidFill>
              <a:schemeClr val="accent3"/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32F85CB-6016-4563-AB2D-C3E1CDBB5860}"/>
              </a:ext>
            </a:extLst>
          </p:cNvPr>
          <p:cNvSpPr/>
          <p:nvPr/>
        </p:nvSpPr>
        <p:spPr>
          <a:xfrm>
            <a:off x="6554191" y="7038683"/>
            <a:ext cx="228600" cy="2286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28575">
            <a:solidFill>
              <a:schemeClr val="accent3"/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sz="9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DD7B05B-F026-48E0-934F-6434A4F2DC39}"/>
                  </a:ext>
                </a:extLst>
              </p:cNvPr>
              <p:cNvSpPr txBox="1"/>
              <p:nvPr/>
            </p:nvSpPr>
            <p:spPr>
              <a:xfrm>
                <a:off x="5959366" y="7176629"/>
                <a:ext cx="7121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DD7B05B-F026-48E0-934F-6434A4F2DC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9366" y="7176629"/>
                <a:ext cx="712189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0572B6D-A058-4BEC-81FB-715820EF545C}"/>
                  </a:ext>
                </a:extLst>
              </p:cNvPr>
              <p:cNvSpPr txBox="1"/>
              <p:nvPr/>
            </p:nvSpPr>
            <p:spPr>
              <a:xfrm>
                <a:off x="9438369" y="6272664"/>
                <a:ext cx="61228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0572B6D-A058-4BEC-81FB-715820EF54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8369" y="6272664"/>
                <a:ext cx="612280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Oval 34">
            <a:extLst>
              <a:ext uri="{FF2B5EF4-FFF2-40B4-BE49-F238E27FC236}">
                <a16:creationId xmlns:a16="http://schemas.microsoft.com/office/drawing/2014/main" id="{4C7DF58F-D488-4DB1-8015-58B16850DEB5}"/>
              </a:ext>
            </a:extLst>
          </p:cNvPr>
          <p:cNvSpPr/>
          <p:nvPr/>
        </p:nvSpPr>
        <p:spPr>
          <a:xfrm>
            <a:off x="9281598" y="6325465"/>
            <a:ext cx="228600" cy="2286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/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E89C1B4-797B-416A-813D-58D58749CBEC}"/>
              </a:ext>
            </a:extLst>
          </p:cNvPr>
          <p:cNvSpPr/>
          <p:nvPr/>
        </p:nvSpPr>
        <p:spPr>
          <a:xfrm>
            <a:off x="9291131" y="7218676"/>
            <a:ext cx="228600" cy="2286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/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2FEDD195-CE8E-4ED8-B9A8-36882D5F34B4}"/>
              </a:ext>
            </a:extLst>
          </p:cNvPr>
          <p:cNvSpPr/>
          <p:nvPr/>
        </p:nvSpPr>
        <p:spPr>
          <a:xfrm rot="11040772" flipH="1">
            <a:off x="6835314" y="7210239"/>
            <a:ext cx="2423160" cy="91440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D3FE67F7-01EC-4122-AE22-00C3A4F9C4C8}"/>
              </a:ext>
            </a:extLst>
          </p:cNvPr>
          <p:cNvSpPr/>
          <p:nvPr/>
        </p:nvSpPr>
        <p:spPr>
          <a:xfrm rot="11040772" flipH="1">
            <a:off x="8615154" y="7401071"/>
            <a:ext cx="640080" cy="91440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F0B3286-20EE-4074-BF04-FD2691B20C7D}"/>
              </a:ext>
            </a:extLst>
          </p:cNvPr>
          <p:cNvSpPr txBox="1"/>
          <p:nvPr/>
        </p:nvSpPr>
        <p:spPr>
          <a:xfrm>
            <a:off x="6056479" y="6717659"/>
            <a:ext cx="59959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Helvetica" panose="020B0604020202020204" pitchFamily="34" charset="0"/>
              </a:rPr>
              <a:t>Simulate one step</a:t>
            </a:r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838462B7-7896-4AA7-95C8-8729C9090DBE}"/>
              </a:ext>
            </a:extLst>
          </p:cNvPr>
          <p:cNvSpPr/>
          <p:nvPr/>
        </p:nvSpPr>
        <p:spPr>
          <a:xfrm rot="10559228">
            <a:off x="6813699" y="6485541"/>
            <a:ext cx="2423160" cy="91440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20FABAF-3956-4B17-B19A-C9A13D82FBE4}"/>
                  </a:ext>
                </a:extLst>
              </p:cNvPr>
              <p:cNvSpPr txBox="1"/>
              <p:nvPr/>
            </p:nvSpPr>
            <p:spPr>
              <a:xfrm>
                <a:off x="7505026" y="7274375"/>
                <a:ext cx="981815" cy="400110"/>
              </a:xfrm>
              <a:prstGeom prst="rect">
                <a:avLst/>
              </a:prstGeom>
              <a:solidFill>
                <a:schemeClr val="bg1">
                  <a:alpha val="4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1000" dirty="0">
                    <a:latin typeface="Helvetica" panose="020B0604020202020204" pitchFamily="34" charset="0"/>
                  </a:rPr>
                  <a:t>Traffic States </a:t>
                </a:r>
                <a:endParaRPr lang="en-US" sz="1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0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00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0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dirty="0">
                  <a:latin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20FABAF-3956-4B17-B19A-C9A13D82FB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5026" y="7274375"/>
                <a:ext cx="981815" cy="400110"/>
              </a:xfrm>
              <a:prstGeom prst="rect">
                <a:avLst/>
              </a:prstGeom>
              <a:blipFill>
                <a:blip r:embed="rId10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1DA2779-1029-4C23-9DBD-A60DCC08EE05}"/>
                  </a:ext>
                </a:extLst>
              </p:cNvPr>
              <p:cNvSpPr txBox="1"/>
              <p:nvPr/>
            </p:nvSpPr>
            <p:spPr>
              <a:xfrm>
                <a:off x="7485571" y="6120598"/>
                <a:ext cx="936728" cy="307777"/>
              </a:xfrm>
              <a:prstGeom prst="rect">
                <a:avLst/>
              </a:prstGeom>
              <a:solidFill>
                <a:schemeClr val="bg1">
                  <a:alpha val="40000"/>
                </a:schemeClr>
              </a:solidFill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en-US" sz="1000" dirty="0">
                    <a:latin typeface="Helvetica" panose="020B0604020202020204" pitchFamily="34" charset="0"/>
                  </a:rPr>
                  <a:t>Actual</a:t>
                </a:r>
                <a:endParaRPr lang="en-US" sz="10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sz="1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100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10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1DA2779-1029-4C23-9DBD-A60DCC08EE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5571" y="6120598"/>
                <a:ext cx="936728" cy="307777"/>
              </a:xfrm>
              <a:prstGeom prst="rect">
                <a:avLst/>
              </a:prstGeom>
              <a:blipFill>
                <a:blip r:embed="rId11"/>
                <a:stretch>
                  <a:fillRect t="-15686" b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F6EFAB7-98A8-452D-A21F-67CB6DF5E71F}"/>
                  </a:ext>
                </a:extLst>
              </p:cNvPr>
              <p:cNvSpPr txBox="1"/>
              <p:nvPr/>
            </p:nvSpPr>
            <p:spPr>
              <a:xfrm>
                <a:off x="8466804" y="7449218"/>
                <a:ext cx="811457" cy="400110"/>
              </a:xfrm>
              <a:prstGeom prst="rect">
                <a:avLst/>
              </a:prstGeom>
              <a:solidFill>
                <a:schemeClr val="bg1">
                  <a:alpha val="4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1000" dirty="0">
                    <a:latin typeface="Helvetica" panose="020B0604020202020204" pitchFamily="34" charset="0"/>
                  </a:rPr>
                  <a:t>Cmd</a:t>
                </a:r>
                <a:endParaRPr lang="en-US" sz="1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0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000"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US" sz="100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0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dirty="0">
                  <a:latin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F6EFAB7-98A8-452D-A21F-67CB6DF5E7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6804" y="7449218"/>
                <a:ext cx="811457" cy="400110"/>
              </a:xfrm>
              <a:prstGeom prst="rect">
                <a:avLst/>
              </a:prstGeom>
              <a:blipFill>
                <a:blip r:embed="rId12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345168D-7DBF-47E8-B3E1-C622125D13A5}"/>
                  </a:ext>
                </a:extLst>
              </p:cNvPr>
              <p:cNvSpPr txBox="1"/>
              <p:nvPr/>
            </p:nvSpPr>
            <p:spPr>
              <a:xfrm rot="5400000">
                <a:off x="6538991" y="7599186"/>
                <a:ext cx="291400" cy="33855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200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⋯ </m:t>
                      </m:r>
                    </m:oMath>
                  </m:oMathPara>
                </a14:m>
                <a:endParaRPr lang="en-US" sz="2200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345168D-7DBF-47E8-B3E1-C622125D13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6538991" y="7599186"/>
                <a:ext cx="291400" cy="338554"/>
              </a:xfrm>
              <a:prstGeom prst="rect">
                <a:avLst/>
              </a:prstGeom>
              <a:blipFill>
                <a:blip r:embed="rId13"/>
                <a:stretch>
                  <a:fillRect t="-3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2925755-A92C-452B-B921-663773A31809}"/>
                  </a:ext>
                </a:extLst>
              </p:cNvPr>
              <p:cNvSpPr txBox="1"/>
              <p:nvPr/>
            </p:nvSpPr>
            <p:spPr>
              <a:xfrm rot="5400000">
                <a:off x="7397824" y="7599186"/>
                <a:ext cx="291400" cy="33855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2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  <m:r>
                        <a:rPr lang="en-US" sz="2200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200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2925755-A92C-452B-B921-663773A318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7397824" y="7599186"/>
                <a:ext cx="291400" cy="338554"/>
              </a:xfrm>
              <a:prstGeom prst="rect">
                <a:avLst/>
              </a:prstGeom>
              <a:blipFill>
                <a:blip r:embed="rId14"/>
                <a:stretch>
                  <a:fillRect t="-3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0A12015-FA3A-42D8-8FCF-CE61E0EBB021}"/>
                  </a:ext>
                </a:extLst>
              </p:cNvPr>
              <p:cNvSpPr txBox="1"/>
              <p:nvPr/>
            </p:nvSpPr>
            <p:spPr>
              <a:xfrm rot="5400000">
                <a:off x="8331417" y="7599186"/>
                <a:ext cx="291400" cy="33855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2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  <m:r>
                        <a:rPr lang="en-US" sz="2200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200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0A12015-FA3A-42D8-8FCF-CE61E0EBB0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8331417" y="7599186"/>
                <a:ext cx="291400" cy="338554"/>
              </a:xfrm>
              <a:prstGeom prst="rect">
                <a:avLst/>
              </a:prstGeom>
              <a:blipFill>
                <a:blip r:embed="rId15"/>
                <a:stretch>
                  <a:fillRect t="-3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AA48BB7-2AD7-4532-B2D6-FBF439D4C543}"/>
                  </a:ext>
                </a:extLst>
              </p:cNvPr>
              <p:cNvSpPr txBox="1"/>
              <p:nvPr/>
            </p:nvSpPr>
            <p:spPr>
              <a:xfrm rot="5400000">
                <a:off x="9280619" y="7599186"/>
                <a:ext cx="291400" cy="33855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2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  <m:r>
                        <a:rPr lang="en-US" sz="2200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200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AA48BB7-2AD7-4532-B2D6-FBF439D4C5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9280619" y="7599186"/>
                <a:ext cx="291400" cy="338554"/>
              </a:xfrm>
              <a:prstGeom prst="rect">
                <a:avLst/>
              </a:prstGeom>
              <a:blipFill>
                <a:blip r:embed="rId16"/>
                <a:stretch>
                  <a:fillRect t="-3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8EAAE329-1BF4-4A3B-B1D5-BEB76ABFCE9E}"/>
              </a:ext>
            </a:extLst>
          </p:cNvPr>
          <p:cNvSpPr txBox="1"/>
          <p:nvPr/>
        </p:nvSpPr>
        <p:spPr>
          <a:xfrm>
            <a:off x="9483537" y="6625090"/>
            <a:ext cx="48908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Helvetica" panose="020B0604020202020204" pitchFamily="34" charset="0"/>
              </a:rPr>
              <a:t>Hold last states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55EF1F7-D6A2-4F01-973B-725D824E4DC5}"/>
              </a:ext>
            </a:extLst>
          </p:cNvPr>
          <p:cNvSpPr/>
          <p:nvPr/>
        </p:nvSpPr>
        <p:spPr>
          <a:xfrm>
            <a:off x="7460930" y="4088271"/>
            <a:ext cx="94541" cy="3429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sz="1200" dirty="0">
              <a:solidFill>
                <a:schemeClr val="tx1"/>
              </a:solidFill>
              <a:latin typeface="Helvetica" panose="020B0604020202020204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38E5EF5-25C9-49FE-8BA7-A9B06F0B3AD1}"/>
              </a:ext>
            </a:extLst>
          </p:cNvPr>
          <p:cNvSpPr/>
          <p:nvPr/>
        </p:nvSpPr>
        <p:spPr>
          <a:xfrm>
            <a:off x="8409525" y="4088271"/>
            <a:ext cx="94541" cy="3429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sz="1200" dirty="0">
              <a:solidFill>
                <a:schemeClr val="tx1"/>
              </a:solidFill>
              <a:latin typeface="Helvetica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9CD4F507-4A05-4438-B9FA-208E5BDAFEA9}"/>
                  </a:ext>
                </a:extLst>
              </p:cNvPr>
              <p:cNvSpPr txBox="1"/>
              <p:nvPr/>
            </p:nvSpPr>
            <p:spPr>
              <a:xfrm>
                <a:off x="6010503" y="6505319"/>
                <a:ext cx="610135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9CD4F507-4A05-4438-B9FA-208E5BDAFE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0503" y="6505319"/>
                <a:ext cx="610135" cy="2769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Arrow: Right 51">
            <a:extLst>
              <a:ext uri="{FF2B5EF4-FFF2-40B4-BE49-F238E27FC236}">
                <a16:creationId xmlns:a16="http://schemas.microsoft.com/office/drawing/2014/main" id="{525ECF2E-A95D-4981-9A80-AAFC76C223AF}"/>
              </a:ext>
            </a:extLst>
          </p:cNvPr>
          <p:cNvSpPr/>
          <p:nvPr/>
        </p:nvSpPr>
        <p:spPr>
          <a:xfrm rot="5400000">
            <a:off x="9269134" y="4362223"/>
            <a:ext cx="228600" cy="84314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7336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4F5B596-E220-4919-8287-AD77C028C1A2}"/>
              </a:ext>
            </a:extLst>
          </p:cNvPr>
          <p:cNvSpPr/>
          <p:nvPr/>
        </p:nvSpPr>
        <p:spPr>
          <a:xfrm>
            <a:off x="567250" y="841379"/>
            <a:ext cx="1281653" cy="202283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37160" tIns="45720" rIns="137160" bIns="1371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Helvetica" panose="020B0604020202020204" pitchFamily="34" charset="0"/>
              </a:rPr>
              <a:t>Traffic Simulator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9E5BA4-573A-4C92-8D92-E53E55B071E1}"/>
              </a:ext>
            </a:extLst>
          </p:cNvPr>
          <p:cNvSpPr/>
          <p:nvPr/>
        </p:nvSpPr>
        <p:spPr>
          <a:xfrm>
            <a:off x="3361893" y="-43077"/>
            <a:ext cx="4268617" cy="432774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1371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Helvetica" panose="020B0604020202020204" pitchFamily="34" charset="0"/>
              </a:rPr>
              <a:t>Flexible Real-Sim Interface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A34C5F-8F67-483B-8D1A-0DBE9AA106E9}"/>
              </a:ext>
            </a:extLst>
          </p:cNvPr>
          <p:cNvSpPr/>
          <p:nvPr/>
        </p:nvSpPr>
        <p:spPr>
          <a:xfrm>
            <a:off x="3492320" y="1311097"/>
            <a:ext cx="896431" cy="17431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45720" tIns="137160" rIns="45720" bIns="1371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400" dirty="0">
                <a:solidFill>
                  <a:schemeClr val="tx1"/>
                </a:solidFill>
                <a:latin typeface="Helvetica" panose="020B0604020202020204" pitchFamily="34" charset="0"/>
              </a:rPr>
              <a:t>Traffic Layer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049B30-ECD4-48C8-B48A-23EF4084379B}"/>
              </a:ext>
            </a:extLst>
          </p:cNvPr>
          <p:cNvSpPr/>
          <p:nvPr/>
        </p:nvSpPr>
        <p:spPr>
          <a:xfrm>
            <a:off x="6455389" y="1975915"/>
            <a:ext cx="1045337" cy="5855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45720" tIns="137160" rIns="45720" bIns="137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400" dirty="0">
                <a:solidFill>
                  <a:schemeClr val="tx1"/>
                </a:solidFill>
                <a:latin typeface="Helvetica" panose="020B0604020202020204" pitchFamily="34" charset="0"/>
              </a:rPr>
              <a:t>Application Layer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AEB5D136-AF7E-4711-B1E9-87262AB69F4E}"/>
              </a:ext>
            </a:extLst>
          </p:cNvPr>
          <p:cNvCxnSpPr>
            <a:cxnSpLocks/>
          </p:cNvCxnSpPr>
          <p:nvPr/>
        </p:nvCxnSpPr>
        <p:spPr>
          <a:xfrm rot="10800000">
            <a:off x="9249432" y="4353994"/>
            <a:ext cx="4735" cy="2304446"/>
          </a:xfrm>
          <a:prstGeom prst="bentConnector3">
            <a:avLst>
              <a:gd name="adj1" fmla="val 12669398"/>
            </a:avLst>
          </a:prstGeom>
          <a:ln w="19050">
            <a:solidFill>
              <a:schemeClr val="tx1"/>
            </a:solidFill>
            <a:miter lim="800000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9AEB42A-7D15-42B6-BE5C-A9A95E45FF39}"/>
              </a:ext>
            </a:extLst>
          </p:cNvPr>
          <p:cNvCxnSpPr>
            <a:cxnSpLocks/>
          </p:cNvCxnSpPr>
          <p:nvPr/>
        </p:nvCxnSpPr>
        <p:spPr>
          <a:xfrm flipV="1">
            <a:off x="7187528" y="5420666"/>
            <a:ext cx="2066638" cy="12100"/>
          </a:xfrm>
          <a:prstGeom prst="straightConnector1">
            <a:avLst/>
          </a:prstGeom>
          <a:ln w="19050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9CF8FD7A-8ADF-47A9-8D12-71458D69914F}"/>
              </a:ext>
            </a:extLst>
          </p:cNvPr>
          <p:cNvSpPr/>
          <p:nvPr/>
        </p:nvSpPr>
        <p:spPr>
          <a:xfrm>
            <a:off x="6450654" y="909242"/>
            <a:ext cx="1045337" cy="5855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45720" tIns="137160" rIns="45720" bIns="137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400" dirty="0">
                <a:solidFill>
                  <a:schemeClr val="tx1"/>
                </a:solidFill>
                <a:latin typeface="Helvetica" panose="020B0604020202020204" pitchFamily="34" charset="0"/>
              </a:rPr>
              <a:t>Application Layer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C2EE82-D04A-4D8D-8938-55BC69DBE125}"/>
              </a:ext>
            </a:extLst>
          </p:cNvPr>
          <p:cNvSpPr/>
          <p:nvPr/>
        </p:nvSpPr>
        <p:spPr>
          <a:xfrm>
            <a:off x="6455389" y="3213688"/>
            <a:ext cx="1045337" cy="5855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45720" tIns="137160" rIns="45720" bIns="137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400" dirty="0">
                <a:solidFill>
                  <a:schemeClr val="tx1"/>
                </a:solidFill>
                <a:latin typeface="Helvetica" panose="020B0604020202020204" pitchFamily="34" charset="0"/>
              </a:rPr>
              <a:t>Application Layer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822C933-913F-4113-BF89-050E0BD6FB00}"/>
              </a:ext>
            </a:extLst>
          </p:cNvPr>
          <p:cNvCxnSpPr>
            <a:cxnSpLocks/>
          </p:cNvCxnSpPr>
          <p:nvPr/>
        </p:nvCxnSpPr>
        <p:spPr>
          <a:xfrm>
            <a:off x="1852661" y="2503270"/>
            <a:ext cx="1639658" cy="0"/>
          </a:xfrm>
          <a:prstGeom prst="straightConnector1">
            <a:avLst/>
          </a:prstGeom>
          <a:ln w="19050">
            <a:solidFill>
              <a:schemeClr val="tx1"/>
            </a:solidFill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C756328-AB26-4E0C-8E37-6995616844BD}"/>
              </a:ext>
            </a:extLst>
          </p:cNvPr>
          <p:cNvGrpSpPr/>
          <p:nvPr/>
        </p:nvGrpSpPr>
        <p:grpSpPr>
          <a:xfrm>
            <a:off x="9189475" y="615866"/>
            <a:ext cx="1608981" cy="771613"/>
            <a:chOff x="12512837" y="5834742"/>
            <a:chExt cx="3217962" cy="154322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721396F-82A3-4F3E-A041-769CEAEE799D}"/>
                </a:ext>
              </a:extLst>
            </p:cNvPr>
            <p:cNvSpPr/>
            <p:nvPr/>
          </p:nvSpPr>
          <p:spPr>
            <a:xfrm>
              <a:off x="12512837" y="5834742"/>
              <a:ext cx="3217962" cy="154322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13716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600" dirty="0">
                  <a:solidFill>
                    <a:schemeClr val="tx1"/>
                  </a:solidFill>
                  <a:latin typeface="Helvetica" panose="020B0604020202020204" pitchFamily="34" charset="0"/>
                </a:rPr>
                <a:t>Signal Controller</a:t>
              </a:r>
            </a:p>
          </p:txBody>
        </p:sp>
        <p:pic>
          <p:nvPicPr>
            <p:cNvPr id="19" name="Picture 18" descr="Graphical user interface&#10;&#10;Description automatically generated">
              <a:extLst>
                <a:ext uri="{FF2B5EF4-FFF2-40B4-BE49-F238E27FC236}">
                  <a16:creationId xmlns:a16="http://schemas.microsoft.com/office/drawing/2014/main" id="{F055A847-BD98-4EAB-A800-4E39059D9D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85646" y="6285767"/>
              <a:ext cx="1872343" cy="1092200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FB3C25D-148B-479D-81A3-2A43AE1E690F}"/>
              </a:ext>
            </a:extLst>
          </p:cNvPr>
          <p:cNvGrpSpPr/>
          <p:nvPr/>
        </p:nvGrpSpPr>
        <p:grpSpPr>
          <a:xfrm>
            <a:off x="9192435" y="1434644"/>
            <a:ext cx="2413335" cy="1280181"/>
            <a:chOff x="13027111" y="1511198"/>
            <a:chExt cx="4826670" cy="2560361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451DC85-3BA3-4353-968E-0B326E219232}"/>
                </a:ext>
              </a:extLst>
            </p:cNvPr>
            <p:cNvSpPr/>
            <p:nvPr/>
          </p:nvSpPr>
          <p:spPr>
            <a:xfrm>
              <a:off x="13027111" y="1511198"/>
              <a:ext cx="4826670" cy="256036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7160" tIns="45720" rIns="137160" bIns="13716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600" dirty="0">
                  <a:solidFill>
                    <a:schemeClr val="tx1"/>
                  </a:solidFill>
                  <a:latin typeface="Helvetica" panose="020B0604020202020204" pitchFamily="34" charset="0"/>
                </a:rPr>
                <a:t>Ego CAV 1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760F10B-9391-4195-9790-A1EB0D20C6E4}"/>
                </a:ext>
              </a:extLst>
            </p:cNvPr>
            <p:cNvSpPr/>
            <p:nvPr/>
          </p:nvSpPr>
          <p:spPr>
            <a:xfrm>
              <a:off x="13163166" y="2091655"/>
              <a:ext cx="1896561" cy="190309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13716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400" dirty="0">
                  <a:solidFill>
                    <a:schemeClr val="tx1"/>
                  </a:solidFill>
                  <a:latin typeface="Helvetica" panose="020B0604020202020204" pitchFamily="34" charset="0"/>
                </a:rPr>
                <a:t>Vehicle Simulator</a:t>
              </a: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259CB28A-BC38-497C-A5C2-4908B040E8AD}"/>
                </a:ext>
              </a:extLst>
            </p:cNvPr>
            <p:cNvGrpSpPr/>
            <p:nvPr/>
          </p:nvGrpSpPr>
          <p:grpSpPr>
            <a:xfrm>
              <a:off x="15551297" y="2135994"/>
              <a:ext cx="2163928" cy="1855577"/>
              <a:chOff x="16133223" y="928915"/>
              <a:chExt cx="2163928" cy="1855577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87272AC5-3353-4BBC-8170-234D000E1E29}"/>
                  </a:ext>
                </a:extLst>
              </p:cNvPr>
              <p:cNvSpPr/>
              <p:nvPr/>
            </p:nvSpPr>
            <p:spPr>
              <a:xfrm>
                <a:off x="16133223" y="928915"/>
                <a:ext cx="2163928" cy="1855577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45720" tIns="45720" rIns="45720" bIns="13716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sz="1400" dirty="0">
                    <a:solidFill>
                      <a:schemeClr val="tx1"/>
                    </a:solidFill>
                    <a:latin typeface="Helvetica" panose="020B0604020202020204" pitchFamily="34" charset="0"/>
                  </a:rPr>
                  <a:t>HIL Testbed</a:t>
                </a:r>
              </a:p>
            </p:txBody>
          </p:sp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C20D7188-5956-40F9-86DE-EB932A60C5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317730" y="1432630"/>
                <a:ext cx="1794914" cy="1233092"/>
              </a:xfrm>
              <a:prstGeom prst="rect">
                <a:avLst/>
              </a:prstGeom>
              <a:grpFill/>
              <a:ln>
                <a:noFill/>
              </a:ln>
              <a:effectLst/>
            </p:spPr>
          </p:pic>
        </p:grp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11E7A89E-5C38-43C0-8639-C092F7DD9C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257229" y="2957704"/>
              <a:ext cx="1732702" cy="982889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576A0A1-A9F2-4D5E-9231-BE550B8F5EA7}"/>
              </a:ext>
            </a:extLst>
          </p:cNvPr>
          <p:cNvGrpSpPr/>
          <p:nvPr/>
        </p:nvGrpSpPr>
        <p:grpSpPr>
          <a:xfrm>
            <a:off x="9187899" y="2763982"/>
            <a:ext cx="2413335" cy="1280181"/>
            <a:chOff x="11450780" y="4461043"/>
            <a:chExt cx="4826670" cy="2560361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D20E7D1-A7CF-49F8-A484-481BF4409C84}"/>
                </a:ext>
              </a:extLst>
            </p:cNvPr>
            <p:cNvSpPr/>
            <p:nvPr/>
          </p:nvSpPr>
          <p:spPr>
            <a:xfrm>
              <a:off x="11450780" y="4461043"/>
              <a:ext cx="4826670" cy="256036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7160" tIns="45720" rIns="137160" bIns="13716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600" dirty="0">
                  <a:solidFill>
                    <a:schemeClr val="tx1"/>
                  </a:solidFill>
                  <a:latin typeface="Helvetica" panose="020B0604020202020204" pitchFamily="34" charset="0"/>
                </a:rPr>
                <a:t>Ego CAV 2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2CA3ADB-A1C9-4618-9981-0C92EEB7AB5A}"/>
                </a:ext>
              </a:extLst>
            </p:cNvPr>
            <p:cNvSpPr/>
            <p:nvPr/>
          </p:nvSpPr>
          <p:spPr>
            <a:xfrm>
              <a:off x="11586835" y="5041500"/>
              <a:ext cx="1896561" cy="190309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45720" tIns="45720" rIns="45720" bIns="13716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400" dirty="0">
                  <a:solidFill>
                    <a:schemeClr val="tx1"/>
                  </a:solidFill>
                  <a:latin typeface="Helvetica" panose="020B0604020202020204" pitchFamily="34" charset="0"/>
                </a:rPr>
                <a:t>Vehicle Simulator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D25B33A-54EB-4CB7-95E0-C8B231030246}"/>
                </a:ext>
              </a:extLst>
            </p:cNvPr>
            <p:cNvSpPr/>
            <p:nvPr/>
          </p:nvSpPr>
          <p:spPr>
            <a:xfrm>
              <a:off x="13974966" y="5085839"/>
              <a:ext cx="2163928" cy="185557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45720" tIns="45720" rIns="45720" bIns="13716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400" dirty="0">
                  <a:solidFill>
                    <a:schemeClr val="tx1"/>
                  </a:solidFill>
                  <a:latin typeface="Helvetica" panose="020B0604020202020204" pitchFamily="34" charset="0"/>
                </a:rPr>
                <a:t>HIL Testbed</a:t>
              </a:r>
            </a:p>
          </p:txBody>
        </p:sp>
        <p:pic>
          <p:nvPicPr>
            <p:cNvPr id="31" name="Picture 4" descr="Image result for dspace asm lidar">
              <a:extLst>
                <a:ext uri="{FF2B5EF4-FFF2-40B4-BE49-F238E27FC236}">
                  <a16:creationId xmlns:a16="http://schemas.microsoft.com/office/drawing/2014/main" id="{9F55841E-54E1-4059-8CD4-C4A9FEE68A1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11654999" y="5863691"/>
              <a:ext cx="1770526" cy="9879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2">
              <a:extLst>
                <a:ext uri="{FF2B5EF4-FFF2-40B4-BE49-F238E27FC236}">
                  <a16:creationId xmlns:a16="http://schemas.microsoft.com/office/drawing/2014/main" id="{2E28FD84-29F6-4628-AE59-1015757836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45548" y="5680409"/>
              <a:ext cx="2061029" cy="11595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D5BC128E-935D-4A68-BC13-B4822EE31DB3}"/>
              </a:ext>
            </a:extLst>
          </p:cNvPr>
          <p:cNvSpPr txBox="1"/>
          <p:nvPr/>
        </p:nvSpPr>
        <p:spPr>
          <a:xfrm>
            <a:off x="281412" y="5251389"/>
            <a:ext cx="29921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Helvetica" panose="020B0604020202020204" pitchFamily="34" charset="0"/>
              </a:rPr>
              <a:t>(b) Distributed Architecture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6A16BE5-2D6B-4451-9954-F41AB6784802}"/>
                  </a:ext>
                </a:extLst>
              </p:cNvPr>
              <p:cNvSpPr txBox="1"/>
              <p:nvPr/>
            </p:nvSpPr>
            <p:spPr>
              <a:xfrm rot="5400000">
                <a:off x="6835622" y="4024866"/>
                <a:ext cx="291400" cy="33855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200" i="1">
                          <a:latin typeface="Cambria Math" panose="02040503050406030204" pitchFamily="18" charset="0"/>
                        </a:rPr>
                        <m:t>⋯ 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6A16BE5-2D6B-4451-9954-F41AB6784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6835622" y="4024866"/>
                <a:ext cx="291400" cy="338554"/>
              </a:xfrm>
              <a:prstGeom prst="rect">
                <a:avLst/>
              </a:prstGeom>
              <a:blipFill>
                <a:blip r:embed="rId7"/>
                <a:stretch>
                  <a:fillRect t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0BDFE34-5848-4FC2-87DD-751E38B09D14}"/>
                  </a:ext>
                </a:extLst>
              </p:cNvPr>
              <p:cNvSpPr txBox="1"/>
              <p:nvPr/>
            </p:nvSpPr>
            <p:spPr>
              <a:xfrm rot="5400000">
                <a:off x="10197421" y="4094569"/>
                <a:ext cx="291400" cy="33855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200" i="1">
                          <a:latin typeface="Cambria Math" panose="02040503050406030204" pitchFamily="18" charset="0"/>
                        </a:rPr>
                        <m:t>⋯ 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0BDFE34-5848-4FC2-87DD-751E38B09D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10197421" y="4094569"/>
                <a:ext cx="291400" cy="338554"/>
              </a:xfrm>
              <a:prstGeom prst="rect">
                <a:avLst/>
              </a:prstGeom>
              <a:blipFill>
                <a:blip r:embed="rId8"/>
                <a:stretch>
                  <a:fillRect t="-34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9A185E81-33FA-4D6D-9174-C3660BD8923C}"/>
              </a:ext>
            </a:extLst>
          </p:cNvPr>
          <p:cNvSpPr txBox="1"/>
          <p:nvPr/>
        </p:nvSpPr>
        <p:spPr>
          <a:xfrm>
            <a:off x="10696475" y="632937"/>
            <a:ext cx="1495525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600" dirty="0">
                <a:latin typeface="Helvetica" panose="020B0604020202020204" pitchFamily="34" charset="0"/>
              </a:rPr>
              <a:t>CAV Application Clients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CDEA8FB-063F-49C6-A481-A6B817EF2670}"/>
              </a:ext>
            </a:extLst>
          </p:cNvPr>
          <p:cNvCxnSpPr>
            <a:cxnSpLocks/>
          </p:cNvCxnSpPr>
          <p:nvPr/>
        </p:nvCxnSpPr>
        <p:spPr>
          <a:xfrm flipV="1">
            <a:off x="7517612" y="2155918"/>
            <a:ext cx="1670287" cy="1979"/>
          </a:xfrm>
          <a:prstGeom prst="straightConnector1">
            <a:avLst/>
          </a:prstGeom>
          <a:ln w="19050">
            <a:solidFill>
              <a:schemeClr val="tx1"/>
            </a:solidFill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1517E59-79D9-400C-B07F-6B57356C0920}"/>
              </a:ext>
            </a:extLst>
          </p:cNvPr>
          <p:cNvCxnSpPr>
            <a:cxnSpLocks/>
          </p:cNvCxnSpPr>
          <p:nvPr/>
        </p:nvCxnSpPr>
        <p:spPr>
          <a:xfrm>
            <a:off x="7517612" y="2460047"/>
            <a:ext cx="1657300" cy="0"/>
          </a:xfrm>
          <a:prstGeom prst="straightConnector1">
            <a:avLst/>
          </a:prstGeom>
          <a:ln w="19050">
            <a:solidFill>
              <a:schemeClr val="tx1"/>
            </a:solidFill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DF8A0BD-EF8C-4BEB-9285-E9F1FE06BDDC}"/>
              </a:ext>
            </a:extLst>
          </p:cNvPr>
          <p:cNvCxnSpPr>
            <a:cxnSpLocks/>
          </p:cNvCxnSpPr>
          <p:nvPr/>
        </p:nvCxnSpPr>
        <p:spPr>
          <a:xfrm flipV="1">
            <a:off x="7495991" y="1038637"/>
            <a:ext cx="1670287" cy="1979"/>
          </a:xfrm>
          <a:prstGeom prst="straightConnector1">
            <a:avLst/>
          </a:prstGeom>
          <a:ln w="19050">
            <a:solidFill>
              <a:schemeClr val="tx1"/>
            </a:solidFill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ADCDD1E-DB08-463C-82CA-B98DB4E49429}"/>
              </a:ext>
            </a:extLst>
          </p:cNvPr>
          <p:cNvCxnSpPr>
            <a:cxnSpLocks/>
          </p:cNvCxnSpPr>
          <p:nvPr/>
        </p:nvCxnSpPr>
        <p:spPr>
          <a:xfrm>
            <a:off x="7495991" y="1342766"/>
            <a:ext cx="1657300" cy="0"/>
          </a:xfrm>
          <a:prstGeom prst="straightConnector1">
            <a:avLst/>
          </a:prstGeom>
          <a:ln w="19050">
            <a:solidFill>
              <a:schemeClr val="tx1"/>
            </a:solidFill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F330B95-417E-4121-AD3E-2EA2EDA16E15}"/>
              </a:ext>
            </a:extLst>
          </p:cNvPr>
          <p:cNvCxnSpPr>
            <a:cxnSpLocks/>
          </p:cNvCxnSpPr>
          <p:nvPr/>
        </p:nvCxnSpPr>
        <p:spPr>
          <a:xfrm flipV="1">
            <a:off x="7507765" y="3349060"/>
            <a:ext cx="1670287" cy="1979"/>
          </a:xfrm>
          <a:prstGeom prst="straightConnector1">
            <a:avLst/>
          </a:prstGeom>
          <a:ln w="19050">
            <a:solidFill>
              <a:schemeClr val="tx1"/>
            </a:solidFill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608AA93-1E53-4558-82E0-222EFDD3AA97}"/>
              </a:ext>
            </a:extLst>
          </p:cNvPr>
          <p:cNvCxnSpPr>
            <a:cxnSpLocks/>
          </p:cNvCxnSpPr>
          <p:nvPr/>
        </p:nvCxnSpPr>
        <p:spPr>
          <a:xfrm>
            <a:off x="7507765" y="3653189"/>
            <a:ext cx="1657300" cy="0"/>
          </a:xfrm>
          <a:prstGeom prst="straightConnector1">
            <a:avLst/>
          </a:prstGeom>
          <a:ln w="19050">
            <a:solidFill>
              <a:schemeClr val="tx1"/>
            </a:solidFill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212F7D8B-5D09-462C-A6E4-0D0FDE8D4C8A}"/>
              </a:ext>
            </a:extLst>
          </p:cNvPr>
          <p:cNvSpPr/>
          <p:nvPr/>
        </p:nvSpPr>
        <p:spPr>
          <a:xfrm>
            <a:off x="3502166" y="2403435"/>
            <a:ext cx="914033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latin typeface="Helvetica" panose="020B0604020202020204" pitchFamily="34" charset="0"/>
              </a:rPr>
              <a:t>Vehicle All</a:t>
            </a:r>
          </a:p>
          <a:p>
            <a:r>
              <a:rPr lang="en-US" sz="1100" dirty="0">
                <a:latin typeface="Helvetica" panose="020B0604020202020204" pitchFamily="34" charset="0"/>
              </a:rPr>
              <a:t>Detector All</a:t>
            </a:r>
          </a:p>
          <a:p>
            <a:r>
              <a:rPr lang="en-US" sz="1100" dirty="0" err="1">
                <a:latin typeface="Helvetica" panose="020B0604020202020204" pitchFamily="34" charset="0"/>
              </a:rPr>
              <a:t>Tls</a:t>
            </a:r>
            <a:r>
              <a:rPr lang="en-US" sz="1100" dirty="0">
                <a:latin typeface="Helvetica" panose="020B0604020202020204" pitchFamily="34" charset="0"/>
              </a:rPr>
              <a:t> All</a:t>
            </a:r>
            <a:endParaRPr lang="en-US" sz="110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5112B35-9FFA-4DDC-B5B0-7D334BA0A487}"/>
              </a:ext>
            </a:extLst>
          </p:cNvPr>
          <p:cNvSpPr/>
          <p:nvPr/>
        </p:nvSpPr>
        <p:spPr>
          <a:xfrm>
            <a:off x="2871861" y="4669386"/>
            <a:ext cx="3796192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Helvetica" panose="020B0604020202020204" pitchFamily="34" charset="0"/>
              </a:rPr>
              <a:t>Combined received data is on the Traffic Layer side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Helvetica" panose="020B0604020202020204" pitchFamily="34" charset="0"/>
              </a:rPr>
              <a:t>Traffic Layer distribute combined data to Application Layer and to two VISSIM </a:t>
            </a:r>
            <a:r>
              <a:rPr lang="en-US" sz="1100" dirty="0" err="1">
                <a:latin typeface="Helvetica" panose="020B0604020202020204" pitchFamily="34" charset="0"/>
              </a:rPr>
              <a:t>dlls</a:t>
            </a:r>
            <a:endParaRPr lang="en-US" sz="1100" dirty="0">
              <a:latin typeface="Helvetica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Helvetica" panose="020B0604020202020204" pitchFamily="34" charset="0"/>
              </a:rPr>
              <a:t>VISSIM </a:t>
            </a:r>
            <a:r>
              <a:rPr lang="en-US" sz="1100" dirty="0" err="1">
                <a:latin typeface="Helvetica" panose="020B0604020202020204" pitchFamily="34" charset="0"/>
              </a:rPr>
              <a:t>dlls</a:t>
            </a:r>
            <a:r>
              <a:rPr lang="en-US" sz="1100" dirty="0">
                <a:latin typeface="Helvetica" panose="020B0604020202020204" pitchFamily="34" charset="0"/>
              </a:rPr>
              <a:t> need to know all Application Layer needs and send out message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C4B6348-A6C4-4B82-BFE3-8CB948E9F35F}"/>
              </a:ext>
            </a:extLst>
          </p:cNvPr>
          <p:cNvSpPr/>
          <p:nvPr/>
        </p:nvSpPr>
        <p:spPr>
          <a:xfrm>
            <a:off x="1692305" y="355341"/>
            <a:ext cx="94841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latin typeface="Helvetica" panose="020B0604020202020204" pitchFamily="34" charset="0"/>
              </a:rPr>
              <a:t>Detector All</a:t>
            </a:r>
          </a:p>
          <a:p>
            <a:r>
              <a:rPr lang="en-US" sz="1100" dirty="0" err="1">
                <a:latin typeface="Helvetica" panose="020B0604020202020204" pitchFamily="34" charset="0"/>
              </a:rPr>
              <a:t>Tls</a:t>
            </a:r>
            <a:r>
              <a:rPr lang="en-US" sz="1100" dirty="0">
                <a:latin typeface="Helvetica" panose="020B0604020202020204" pitchFamily="34" charset="0"/>
              </a:rPr>
              <a:t> All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D501B75-CC1F-4BCF-9FC9-EEE5A57E3BBA}"/>
              </a:ext>
            </a:extLst>
          </p:cNvPr>
          <p:cNvSpPr/>
          <p:nvPr/>
        </p:nvSpPr>
        <p:spPr>
          <a:xfrm>
            <a:off x="655508" y="1481854"/>
            <a:ext cx="1121975" cy="4351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45720" tIns="137160" rIns="45720" bIns="137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400" dirty="0" err="1">
                <a:solidFill>
                  <a:schemeClr val="tx1"/>
                </a:solidFill>
                <a:latin typeface="Helvetica" panose="020B0604020202020204" pitchFamily="34" charset="0"/>
              </a:rPr>
              <a:t>Tls</a:t>
            </a:r>
            <a:r>
              <a:rPr lang="en-US" sz="1400" dirty="0">
                <a:solidFill>
                  <a:schemeClr val="tx1"/>
                </a:solidFill>
                <a:latin typeface="Helvetica" panose="020B0604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Helvetica" panose="020B0604020202020204" pitchFamily="34" charset="0"/>
              </a:rPr>
              <a:t>dll</a:t>
            </a:r>
            <a:endParaRPr lang="en-US" sz="1400" dirty="0">
              <a:solidFill>
                <a:schemeClr val="tx1"/>
              </a:solidFill>
              <a:latin typeface="Helvetica" panose="020B0604020202020204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DAEEA6A-1AEF-4FB9-9335-1320202F541D}"/>
              </a:ext>
            </a:extLst>
          </p:cNvPr>
          <p:cNvSpPr/>
          <p:nvPr/>
        </p:nvSpPr>
        <p:spPr>
          <a:xfrm>
            <a:off x="655508" y="2193390"/>
            <a:ext cx="1124831" cy="4351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45720" tIns="137160" rIns="45720" bIns="137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400" dirty="0" err="1">
                <a:solidFill>
                  <a:schemeClr val="tx1"/>
                </a:solidFill>
                <a:latin typeface="Helvetica" panose="020B0604020202020204" pitchFamily="34" charset="0"/>
              </a:rPr>
              <a:t>drivermodel</a:t>
            </a:r>
            <a:r>
              <a:rPr lang="en-US" sz="1400" dirty="0">
                <a:solidFill>
                  <a:schemeClr val="tx1"/>
                </a:solidFill>
                <a:latin typeface="Helvetica" panose="020B0604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Helvetica" panose="020B0604020202020204" pitchFamily="34" charset="0"/>
              </a:rPr>
              <a:t>dll</a:t>
            </a:r>
            <a:endParaRPr lang="en-US" sz="1400" dirty="0">
              <a:solidFill>
                <a:schemeClr val="tx1"/>
              </a:solidFill>
              <a:latin typeface="Helvetica" panose="020B0604020202020204" pitchFamily="34" charset="0"/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09CEAF9-C52A-43CA-B8D4-F8F05049113E}"/>
              </a:ext>
            </a:extLst>
          </p:cNvPr>
          <p:cNvCxnSpPr>
            <a:cxnSpLocks/>
          </p:cNvCxnSpPr>
          <p:nvPr/>
        </p:nvCxnSpPr>
        <p:spPr>
          <a:xfrm>
            <a:off x="1865741" y="1634583"/>
            <a:ext cx="1657677" cy="1"/>
          </a:xfrm>
          <a:prstGeom prst="straightConnector1">
            <a:avLst/>
          </a:prstGeom>
          <a:ln w="19050">
            <a:solidFill>
              <a:schemeClr val="tx1"/>
            </a:solidFill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BEFB2C18-0408-4A1F-A3AC-55A44298282C}"/>
              </a:ext>
            </a:extLst>
          </p:cNvPr>
          <p:cNvSpPr/>
          <p:nvPr/>
        </p:nvSpPr>
        <p:spPr>
          <a:xfrm>
            <a:off x="2183707" y="1208274"/>
            <a:ext cx="91403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latin typeface="Helvetica" panose="020B0604020202020204" pitchFamily="34" charset="0"/>
              </a:rPr>
              <a:t>Detector All</a:t>
            </a:r>
          </a:p>
          <a:p>
            <a:r>
              <a:rPr lang="en-US" sz="1100" dirty="0" err="1">
                <a:latin typeface="Helvetica" panose="020B0604020202020204" pitchFamily="34" charset="0"/>
              </a:rPr>
              <a:t>Tls</a:t>
            </a:r>
            <a:r>
              <a:rPr lang="en-US" sz="1100" dirty="0">
                <a:latin typeface="Helvetica" panose="020B0604020202020204" pitchFamily="34" charset="0"/>
              </a:rPr>
              <a:t> All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C601559D-9B64-4D82-982F-570C6001A545}"/>
              </a:ext>
            </a:extLst>
          </p:cNvPr>
          <p:cNvSpPr/>
          <p:nvPr/>
        </p:nvSpPr>
        <p:spPr>
          <a:xfrm>
            <a:off x="2176133" y="2497922"/>
            <a:ext cx="84670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latin typeface="Helvetica" panose="020B0604020202020204" pitchFamily="34" charset="0"/>
              </a:rPr>
              <a:t>Vehicle All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AEE4DB3-0A97-40F6-95D2-2744402E23DD}"/>
              </a:ext>
            </a:extLst>
          </p:cNvPr>
          <p:cNvSpPr/>
          <p:nvPr/>
        </p:nvSpPr>
        <p:spPr>
          <a:xfrm>
            <a:off x="5566700" y="1176910"/>
            <a:ext cx="872355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latin typeface="Helvetica" panose="020B0604020202020204" pitchFamily="34" charset="0"/>
              </a:rPr>
              <a:t>Vehicle[0]</a:t>
            </a:r>
          </a:p>
          <a:p>
            <a:r>
              <a:rPr lang="en-US" sz="1100" dirty="0">
                <a:latin typeface="Helvetica" panose="020B0604020202020204" pitchFamily="34" charset="0"/>
              </a:rPr>
              <a:t>Detector[0]</a:t>
            </a:r>
          </a:p>
          <a:p>
            <a:r>
              <a:rPr lang="en-US" sz="1100" dirty="0" err="1">
                <a:latin typeface="Helvetica" panose="020B0604020202020204" pitchFamily="34" charset="0"/>
              </a:rPr>
              <a:t>Tls</a:t>
            </a:r>
            <a:r>
              <a:rPr lang="en-US" sz="1100" dirty="0">
                <a:latin typeface="Helvetica" panose="020B0604020202020204" pitchFamily="34" charset="0"/>
              </a:rPr>
              <a:t>[0]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23106AF-C3AA-423E-9607-86A2ED683140}"/>
              </a:ext>
            </a:extLst>
          </p:cNvPr>
          <p:cNvSpPr/>
          <p:nvPr/>
        </p:nvSpPr>
        <p:spPr>
          <a:xfrm>
            <a:off x="5580766" y="2328445"/>
            <a:ext cx="872355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latin typeface="Helvetica" panose="020B0604020202020204" pitchFamily="34" charset="0"/>
              </a:rPr>
              <a:t>Vehicle[1]</a:t>
            </a:r>
          </a:p>
          <a:p>
            <a:r>
              <a:rPr lang="en-US" sz="1100" dirty="0">
                <a:latin typeface="Helvetica" panose="020B0604020202020204" pitchFamily="34" charset="0"/>
              </a:rPr>
              <a:t>Detector[1]</a:t>
            </a:r>
          </a:p>
          <a:p>
            <a:r>
              <a:rPr lang="en-US" sz="1100" dirty="0" err="1">
                <a:latin typeface="Helvetica" panose="020B0604020202020204" pitchFamily="34" charset="0"/>
              </a:rPr>
              <a:t>Tls</a:t>
            </a:r>
            <a:r>
              <a:rPr lang="en-US" sz="1100" dirty="0">
                <a:latin typeface="Helvetica" panose="020B0604020202020204" pitchFamily="34" charset="0"/>
              </a:rPr>
              <a:t>[1]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154C6F2-6E70-44C8-879B-5E1564502FF9}"/>
              </a:ext>
            </a:extLst>
          </p:cNvPr>
          <p:cNvSpPr/>
          <p:nvPr/>
        </p:nvSpPr>
        <p:spPr>
          <a:xfrm>
            <a:off x="5597173" y="3538852"/>
            <a:ext cx="872355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latin typeface="Helvetica" panose="020B0604020202020204" pitchFamily="34" charset="0"/>
              </a:rPr>
              <a:t>Vehicle[2]</a:t>
            </a:r>
          </a:p>
          <a:p>
            <a:r>
              <a:rPr lang="en-US" sz="1100" dirty="0">
                <a:latin typeface="Helvetica" panose="020B0604020202020204" pitchFamily="34" charset="0"/>
              </a:rPr>
              <a:t>Detector[2]</a:t>
            </a:r>
          </a:p>
          <a:p>
            <a:r>
              <a:rPr lang="en-US" sz="1100" dirty="0" err="1">
                <a:latin typeface="Helvetica" panose="020B0604020202020204" pitchFamily="34" charset="0"/>
              </a:rPr>
              <a:t>Tls</a:t>
            </a:r>
            <a:r>
              <a:rPr lang="en-US" sz="1100" dirty="0">
                <a:latin typeface="Helvetica" panose="020B0604020202020204" pitchFamily="34" charset="0"/>
              </a:rPr>
              <a:t>[2]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60E0DFEF-90CC-4C78-A7DC-1CB5CE17073F}"/>
              </a:ext>
            </a:extLst>
          </p:cNvPr>
          <p:cNvCxnSpPr>
            <a:cxnSpLocks/>
          </p:cNvCxnSpPr>
          <p:nvPr/>
        </p:nvCxnSpPr>
        <p:spPr>
          <a:xfrm>
            <a:off x="5684580" y="1170948"/>
            <a:ext cx="577258" cy="0"/>
          </a:xfrm>
          <a:prstGeom prst="straightConnector1">
            <a:avLst/>
          </a:prstGeom>
          <a:ln w="19050">
            <a:solidFill>
              <a:schemeClr val="tx1"/>
            </a:solidFill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F395B362-C4A9-496B-B7DD-F9483EE10AEE}"/>
              </a:ext>
            </a:extLst>
          </p:cNvPr>
          <p:cNvCxnSpPr>
            <a:cxnSpLocks/>
          </p:cNvCxnSpPr>
          <p:nvPr/>
        </p:nvCxnSpPr>
        <p:spPr>
          <a:xfrm>
            <a:off x="5684580" y="2351941"/>
            <a:ext cx="577258" cy="0"/>
          </a:xfrm>
          <a:prstGeom prst="straightConnector1">
            <a:avLst/>
          </a:prstGeom>
          <a:ln w="19050">
            <a:solidFill>
              <a:schemeClr val="tx1"/>
            </a:solidFill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87DF69D6-544B-40EC-B5F7-0A57B01A2F30}"/>
              </a:ext>
            </a:extLst>
          </p:cNvPr>
          <p:cNvCxnSpPr>
            <a:cxnSpLocks/>
          </p:cNvCxnSpPr>
          <p:nvPr/>
        </p:nvCxnSpPr>
        <p:spPr>
          <a:xfrm>
            <a:off x="5684580" y="3552241"/>
            <a:ext cx="577258" cy="0"/>
          </a:xfrm>
          <a:prstGeom prst="straightConnector1">
            <a:avLst/>
          </a:prstGeom>
          <a:ln w="19050">
            <a:solidFill>
              <a:schemeClr val="tx1"/>
            </a:solidFill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1323A315-ED13-4761-AD3F-EF0B50AE0257}"/>
              </a:ext>
            </a:extLst>
          </p:cNvPr>
          <p:cNvCxnSpPr>
            <a:cxnSpLocks/>
          </p:cNvCxnSpPr>
          <p:nvPr/>
        </p:nvCxnSpPr>
        <p:spPr>
          <a:xfrm rot="10800000">
            <a:off x="6270258" y="1043949"/>
            <a:ext cx="4735" cy="2377440"/>
          </a:xfrm>
          <a:prstGeom prst="bentConnector3">
            <a:avLst>
              <a:gd name="adj1" fmla="val 17663738"/>
            </a:avLst>
          </a:prstGeom>
          <a:ln w="19050">
            <a:solidFill>
              <a:schemeClr val="tx1"/>
            </a:solidFill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A471B708-A377-4C2E-85BA-81D10D79E721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4388751" y="2182651"/>
            <a:ext cx="1886241" cy="964"/>
          </a:xfrm>
          <a:prstGeom prst="straightConnector1">
            <a:avLst/>
          </a:prstGeom>
          <a:ln w="19050">
            <a:solidFill>
              <a:schemeClr val="tx1"/>
            </a:solidFill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48B42FFE-C1AF-4D6D-BDCA-FF341E5DE87A}"/>
              </a:ext>
            </a:extLst>
          </p:cNvPr>
          <p:cNvSpPr/>
          <p:nvPr/>
        </p:nvSpPr>
        <p:spPr>
          <a:xfrm>
            <a:off x="4442726" y="1426414"/>
            <a:ext cx="91403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u="sng" dirty="0">
                <a:latin typeface="Helvetica" panose="020B0604020202020204" pitchFamily="34" charset="0"/>
              </a:rPr>
              <a:t>Combined</a:t>
            </a:r>
          </a:p>
          <a:p>
            <a:r>
              <a:rPr lang="en-US" sz="1100" dirty="0">
                <a:latin typeface="Helvetica" panose="020B0604020202020204" pitchFamily="34" charset="0"/>
              </a:rPr>
              <a:t>Vehicle All</a:t>
            </a:r>
          </a:p>
          <a:p>
            <a:r>
              <a:rPr lang="en-US" sz="1100" dirty="0">
                <a:latin typeface="Helvetica" panose="020B0604020202020204" pitchFamily="34" charset="0"/>
              </a:rPr>
              <a:t>Detector All</a:t>
            </a:r>
          </a:p>
          <a:p>
            <a:r>
              <a:rPr lang="en-US" sz="1100" dirty="0" err="1">
                <a:latin typeface="Helvetica" panose="020B0604020202020204" pitchFamily="34" charset="0"/>
              </a:rPr>
              <a:t>Tls</a:t>
            </a:r>
            <a:r>
              <a:rPr lang="en-US" sz="1100" dirty="0">
                <a:latin typeface="Helvetica" panose="020B0604020202020204" pitchFamily="34" charset="0"/>
              </a:rPr>
              <a:t> All</a:t>
            </a:r>
          </a:p>
        </p:txBody>
      </p:sp>
      <p:cxnSp>
        <p:nvCxnSpPr>
          <p:cNvPr id="85" name="Connector: Elbow 84">
            <a:extLst>
              <a:ext uri="{FF2B5EF4-FFF2-40B4-BE49-F238E27FC236}">
                <a16:creationId xmlns:a16="http://schemas.microsoft.com/office/drawing/2014/main" id="{27C2F07A-7B7F-4FA2-8450-DE8855595491}"/>
              </a:ext>
            </a:extLst>
          </p:cNvPr>
          <p:cNvCxnSpPr>
            <a:cxnSpLocks/>
          </p:cNvCxnSpPr>
          <p:nvPr/>
        </p:nvCxnSpPr>
        <p:spPr>
          <a:xfrm rot="10800000" flipH="1">
            <a:off x="1872399" y="1811134"/>
            <a:ext cx="4735" cy="548640"/>
          </a:xfrm>
          <a:prstGeom prst="bentConnector3">
            <a:avLst>
              <a:gd name="adj1" fmla="val 9006864"/>
            </a:avLst>
          </a:prstGeom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AFBA23C0-5DEE-4C38-819A-7AD0A8C9A222}"/>
              </a:ext>
            </a:extLst>
          </p:cNvPr>
          <p:cNvCxnSpPr>
            <a:cxnSpLocks/>
          </p:cNvCxnSpPr>
          <p:nvPr/>
        </p:nvCxnSpPr>
        <p:spPr>
          <a:xfrm flipH="1">
            <a:off x="2304517" y="2108025"/>
            <a:ext cx="1187802" cy="0"/>
          </a:xfrm>
          <a:prstGeom prst="straightConnector1">
            <a:avLst/>
          </a:prstGeom>
          <a:ln w="19050">
            <a:solidFill>
              <a:schemeClr val="tx1"/>
            </a:solidFill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814247C7-0929-4747-A776-62D5DCD22C5F}"/>
              </a:ext>
            </a:extLst>
          </p:cNvPr>
          <p:cNvSpPr/>
          <p:nvPr/>
        </p:nvSpPr>
        <p:spPr>
          <a:xfrm>
            <a:off x="2395953" y="1723304"/>
            <a:ext cx="91403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u="sng" dirty="0">
                <a:latin typeface="Helvetica" panose="020B0604020202020204" pitchFamily="34" charset="0"/>
              </a:rPr>
              <a:t>Combined</a:t>
            </a:r>
          </a:p>
          <a:p>
            <a:r>
              <a:rPr lang="en-US" sz="1100" dirty="0">
                <a:latin typeface="Helvetica" panose="020B0604020202020204" pitchFamily="34" charset="0"/>
              </a:rPr>
              <a:t>Vehicle All</a:t>
            </a:r>
          </a:p>
          <a:p>
            <a:r>
              <a:rPr lang="en-US" sz="1100" dirty="0">
                <a:latin typeface="Helvetica" panose="020B0604020202020204" pitchFamily="34" charset="0"/>
              </a:rPr>
              <a:t>Detector All</a:t>
            </a:r>
          </a:p>
          <a:p>
            <a:r>
              <a:rPr lang="en-US" sz="1100" dirty="0" err="1">
                <a:latin typeface="Helvetica" panose="020B0604020202020204" pitchFamily="34" charset="0"/>
              </a:rPr>
              <a:t>Tls</a:t>
            </a:r>
            <a:r>
              <a:rPr lang="en-US" sz="1100" dirty="0">
                <a:latin typeface="Helvetica" panose="020B0604020202020204" pitchFamily="34" charset="0"/>
              </a:rPr>
              <a:t> All</a:t>
            </a:r>
          </a:p>
        </p:txBody>
      </p:sp>
    </p:spTree>
    <p:extLst>
      <p:ext uri="{BB962C8B-B14F-4D97-AF65-F5344CB8AC3E}">
        <p14:creationId xmlns:p14="http://schemas.microsoft.com/office/powerpoint/2010/main" val="10889621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9C5AE20-376B-46A3-8C74-5B4B288051A9}"/>
              </a:ext>
            </a:extLst>
          </p:cNvPr>
          <p:cNvGraphicFramePr>
            <a:graphicFrameLocks noGrp="1"/>
          </p:cNvGraphicFramePr>
          <p:nvPr/>
        </p:nvGraphicFramePr>
        <p:xfrm>
          <a:off x="396510" y="298880"/>
          <a:ext cx="11660616" cy="29667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457577">
                  <a:extLst>
                    <a:ext uri="{9D8B030D-6E8A-4147-A177-3AD203B41FA5}">
                      <a16:colId xmlns:a16="http://schemas.microsoft.com/office/drawing/2014/main" val="1389454662"/>
                    </a:ext>
                  </a:extLst>
                </a:gridCol>
                <a:gridCol w="1457577">
                  <a:extLst>
                    <a:ext uri="{9D8B030D-6E8A-4147-A177-3AD203B41FA5}">
                      <a16:colId xmlns:a16="http://schemas.microsoft.com/office/drawing/2014/main" val="1776818484"/>
                    </a:ext>
                  </a:extLst>
                </a:gridCol>
                <a:gridCol w="1457577">
                  <a:extLst>
                    <a:ext uri="{9D8B030D-6E8A-4147-A177-3AD203B41FA5}">
                      <a16:colId xmlns:a16="http://schemas.microsoft.com/office/drawing/2014/main" val="2139836966"/>
                    </a:ext>
                  </a:extLst>
                </a:gridCol>
                <a:gridCol w="1457577">
                  <a:extLst>
                    <a:ext uri="{9D8B030D-6E8A-4147-A177-3AD203B41FA5}">
                      <a16:colId xmlns:a16="http://schemas.microsoft.com/office/drawing/2014/main" val="265195243"/>
                    </a:ext>
                  </a:extLst>
                </a:gridCol>
                <a:gridCol w="1457577">
                  <a:extLst>
                    <a:ext uri="{9D8B030D-6E8A-4147-A177-3AD203B41FA5}">
                      <a16:colId xmlns:a16="http://schemas.microsoft.com/office/drawing/2014/main" val="1451921363"/>
                    </a:ext>
                  </a:extLst>
                </a:gridCol>
                <a:gridCol w="1457577">
                  <a:extLst>
                    <a:ext uri="{9D8B030D-6E8A-4147-A177-3AD203B41FA5}">
                      <a16:colId xmlns:a16="http://schemas.microsoft.com/office/drawing/2014/main" val="1055160863"/>
                    </a:ext>
                  </a:extLst>
                </a:gridCol>
                <a:gridCol w="1457577">
                  <a:extLst>
                    <a:ext uri="{9D8B030D-6E8A-4147-A177-3AD203B41FA5}">
                      <a16:colId xmlns:a16="http://schemas.microsoft.com/office/drawing/2014/main" val="364596702"/>
                    </a:ext>
                  </a:extLst>
                </a:gridCol>
                <a:gridCol w="1457577">
                  <a:extLst>
                    <a:ext uri="{9D8B030D-6E8A-4147-A177-3AD203B41FA5}">
                      <a16:colId xmlns:a16="http://schemas.microsoft.com/office/drawing/2014/main" val="212618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5453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simState</a:t>
                      </a:r>
                      <a:endParaRPr lang="en-US" sz="1200" dirty="0"/>
                    </a:p>
                  </a:txBody>
                  <a:tcP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simTime</a:t>
                      </a:r>
                      <a:r>
                        <a:rPr lang="en-US" sz="1200" dirty="0"/>
                        <a:t> [float]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/>
                        <a:t>TotalMessageSize</a:t>
                      </a:r>
                      <a:r>
                        <a:rPr lang="en-US" sz="1200" dirty="0"/>
                        <a:t> [uint32]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7362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MessageSize</a:t>
                      </a:r>
                      <a:endParaRPr lang="en-US" sz="1200" dirty="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identifier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String size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f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l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o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357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w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_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397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9996060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MessageSize</a:t>
                      </a:r>
                      <a:endParaRPr lang="en-US" sz="1200" dirty="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identifier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String size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119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42265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72946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35580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>
            <a:extLst>
              <a:ext uri="{FF2B5EF4-FFF2-40B4-BE49-F238E27FC236}">
                <a16:creationId xmlns:a16="http://schemas.microsoft.com/office/drawing/2014/main" id="{B25C9EF2-AD93-414F-B6DB-3A9B461D0513}"/>
              </a:ext>
            </a:extLst>
          </p:cNvPr>
          <p:cNvGrpSpPr/>
          <p:nvPr/>
        </p:nvGrpSpPr>
        <p:grpSpPr>
          <a:xfrm>
            <a:off x="552363" y="0"/>
            <a:ext cx="7658604" cy="1794056"/>
            <a:chOff x="1330943" y="5039502"/>
            <a:chExt cx="15317208" cy="3588112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BDB4521F-B477-44C7-BC0B-675DEED81A9F}"/>
                </a:ext>
              </a:extLst>
            </p:cNvPr>
            <p:cNvGrpSpPr/>
            <p:nvPr/>
          </p:nvGrpSpPr>
          <p:grpSpPr>
            <a:xfrm>
              <a:off x="1361520" y="5968999"/>
              <a:ext cx="14475380" cy="1346201"/>
              <a:chOff x="1361520" y="6400792"/>
              <a:chExt cx="13782983" cy="914406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240F8264-EE48-40F3-B121-930AFCA547BA}"/>
                  </a:ext>
                </a:extLst>
              </p:cNvPr>
              <p:cNvSpPr/>
              <p:nvPr/>
            </p:nvSpPr>
            <p:spPr>
              <a:xfrm rot="16200000">
                <a:off x="1175560" y="6586758"/>
                <a:ext cx="914399" cy="54247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28575">
                <a:solidFill>
                  <a:schemeClr val="tx1">
                    <a:lumMod val="85000"/>
                    <a:lumOff val="15000"/>
                  </a:schemeClr>
                </a:solidFill>
                <a:miter lim="800000"/>
              </a:ln>
              <a:effectLst/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</a:pPr>
                <a:endParaRPr lang="en-US" sz="9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0F2ABBC-B48A-4833-A365-6343E6110B31}"/>
                  </a:ext>
                </a:extLst>
              </p:cNvPr>
              <p:cNvSpPr/>
              <p:nvPr/>
            </p:nvSpPr>
            <p:spPr>
              <a:xfrm rot="16200000">
                <a:off x="2531757" y="5773039"/>
                <a:ext cx="914399" cy="2169916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28575">
                <a:solidFill>
                  <a:schemeClr val="tx1">
                    <a:lumMod val="85000"/>
                    <a:lumOff val="15000"/>
                  </a:schemeClr>
                </a:solidFill>
                <a:miter lim="800000"/>
              </a:ln>
              <a:effectLst/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eaVert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sz="1200" dirty="0">
                    <a:solidFill>
                      <a:schemeClr val="tx1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Simulation Time 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sz="1200" dirty="0">
                    <a:solidFill>
                      <a:schemeClr val="tx1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(4 bytes)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DECA795-6AB9-4A77-B6B5-FFD2F3C2E23F}"/>
                  </a:ext>
                </a:extLst>
              </p:cNvPr>
              <p:cNvSpPr/>
              <p:nvPr/>
            </p:nvSpPr>
            <p:spPr>
              <a:xfrm rot="16200000">
                <a:off x="4701672" y="5773039"/>
                <a:ext cx="914399" cy="2169916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28575">
                <a:solidFill>
                  <a:schemeClr val="tx1">
                    <a:lumMod val="85000"/>
                    <a:lumOff val="15000"/>
                  </a:schemeClr>
                </a:solidFill>
                <a:miter lim="800000"/>
              </a:ln>
              <a:effectLst/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eaVert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sz="1200" dirty="0">
                    <a:solidFill>
                      <a:schemeClr val="tx1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Total Message Size 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sz="1200" dirty="0">
                    <a:solidFill>
                      <a:schemeClr val="tx1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(4 bytes)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7CF4CA76-B664-4883-AC66-5B955DBEF536}"/>
                  </a:ext>
                </a:extLst>
              </p:cNvPr>
              <p:cNvSpPr/>
              <p:nvPr/>
            </p:nvSpPr>
            <p:spPr>
              <a:xfrm rot="16200000">
                <a:off x="6329110" y="6315517"/>
                <a:ext cx="914399" cy="1084958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solidFill>
                  <a:schemeClr val="tx1">
                    <a:lumMod val="85000"/>
                    <a:lumOff val="15000"/>
                  </a:schemeClr>
                </a:solidFill>
                <a:miter lim="800000"/>
              </a:ln>
              <a:effectLst/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eaVert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sz="1200" dirty="0">
                    <a:solidFill>
                      <a:schemeClr val="tx1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Data Length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sz="1100" dirty="0">
                    <a:solidFill>
                      <a:schemeClr val="tx1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(2 bytes)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957C8D06-376B-40ED-A739-7142A9A0E088}"/>
                  </a:ext>
                </a:extLst>
              </p:cNvPr>
              <p:cNvSpPr/>
              <p:nvPr/>
            </p:nvSpPr>
            <p:spPr>
              <a:xfrm rot="16200000">
                <a:off x="7142826" y="6586758"/>
                <a:ext cx="914400" cy="542479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solidFill>
                  <a:schemeClr val="tx1">
                    <a:lumMod val="85000"/>
                    <a:lumOff val="15000"/>
                  </a:schemeClr>
                </a:solidFill>
                <a:miter lim="800000"/>
              </a:ln>
              <a:effectLst/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</a:pPr>
                <a:endParaRPr lang="en-US" sz="9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C91C08FA-6E35-4667-B4F1-24DD7D0BE703}"/>
                  </a:ext>
                </a:extLst>
              </p:cNvPr>
              <p:cNvSpPr/>
              <p:nvPr/>
            </p:nvSpPr>
            <p:spPr>
              <a:xfrm rot="16200000">
                <a:off x="9150753" y="5143417"/>
                <a:ext cx="914399" cy="342915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solidFill>
                  <a:schemeClr val="tx1">
                    <a:lumMod val="85000"/>
                    <a:lumOff val="15000"/>
                  </a:schemeClr>
                </a:solidFill>
                <a:miter lim="800000"/>
              </a:ln>
              <a:effectLst/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eaVert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sz="1200" dirty="0">
                    <a:solidFill>
                      <a:schemeClr val="tx1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Data Body</a:t>
                </a: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0AE7B3EC-0CAF-403B-84E5-546EAE56B687}"/>
                  </a:ext>
                </a:extLst>
              </p:cNvPr>
              <p:cNvSpPr/>
              <p:nvPr/>
            </p:nvSpPr>
            <p:spPr>
              <a:xfrm rot="16200000">
                <a:off x="11410319" y="6315513"/>
                <a:ext cx="914399" cy="108495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28575">
                <a:solidFill>
                  <a:schemeClr val="tx1">
                    <a:lumMod val="85000"/>
                    <a:lumOff val="15000"/>
                  </a:schemeClr>
                </a:solidFill>
                <a:miter lim="800000"/>
              </a:ln>
              <a:effectLst/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eaVert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sz="1200" dirty="0">
                    <a:solidFill>
                      <a:schemeClr val="tx1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Data Length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sz="1100" dirty="0">
                    <a:solidFill>
                      <a:schemeClr val="tx1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(2 bytes)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34C37CE0-5676-43C3-8843-73808C88D0B1}"/>
                  </a:ext>
                </a:extLst>
              </p:cNvPr>
              <p:cNvSpPr/>
              <p:nvPr/>
            </p:nvSpPr>
            <p:spPr>
              <a:xfrm rot="16200000">
                <a:off x="12224036" y="6586757"/>
                <a:ext cx="914400" cy="54247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28575">
                <a:solidFill>
                  <a:schemeClr val="tx1">
                    <a:lumMod val="85000"/>
                    <a:lumOff val="15000"/>
                  </a:schemeClr>
                </a:solidFill>
                <a:miter lim="800000"/>
              </a:ln>
              <a:effectLst/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</a:pPr>
                <a:endParaRPr lang="en-US" sz="9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3B56E9E2-D7FE-42BB-AC11-EFC022349ADB}"/>
                  </a:ext>
                </a:extLst>
              </p:cNvPr>
              <p:cNvSpPr/>
              <p:nvPr/>
            </p:nvSpPr>
            <p:spPr>
              <a:xfrm rot="16200000">
                <a:off x="13602345" y="5773033"/>
                <a:ext cx="914399" cy="216991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28575">
                <a:solidFill>
                  <a:schemeClr val="tx1">
                    <a:lumMod val="85000"/>
                    <a:lumOff val="15000"/>
                  </a:schemeClr>
                </a:solidFill>
                <a:miter lim="800000"/>
              </a:ln>
              <a:effectLst/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eaVert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sz="1200" dirty="0">
                    <a:solidFill>
                      <a:schemeClr val="tx1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Data Body</a:t>
                </a:r>
              </a:p>
            </p:txBody>
          </p:sp>
        </p:grp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E67DCA5B-2C6E-4ADB-925C-A3220BA8D9B6}"/>
                </a:ext>
              </a:extLst>
            </p:cNvPr>
            <p:cNvCxnSpPr>
              <a:cxnSpLocks/>
            </p:cNvCxnSpPr>
            <p:nvPr/>
          </p:nvCxnSpPr>
          <p:spPr>
            <a:xfrm>
              <a:off x="6477116" y="7315190"/>
              <a:ext cx="0" cy="696696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578C4D09-0AD7-4249-8298-B2B266D66D23}"/>
                </a:ext>
              </a:extLst>
            </p:cNvPr>
            <p:cNvCxnSpPr>
              <a:cxnSpLocks/>
            </p:cNvCxnSpPr>
            <p:nvPr/>
          </p:nvCxnSpPr>
          <p:spPr>
            <a:xfrm>
              <a:off x="11822926" y="7315190"/>
              <a:ext cx="0" cy="696696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A014B14B-AE9D-45DF-8633-2C26397C2B2A}"/>
                    </a:ext>
                  </a:extLst>
                </p:cNvPr>
                <p:cNvSpPr txBox="1"/>
                <p:nvPr/>
              </p:nvSpPr>
              <p:spPr>
                <a:xfrm>
                  <a:off x="16065351" y="6303542"/>
                  <a:ext cx="582800" cy="67710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⋯ </m:t>
                        </m:r>
                      </m:oMath>
                    </m:oMathPara>
                  </a14:m>
                  <a:endParaRPr lang="en-US" sz="2200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A014B14B-AE9D-45DF-8633-2C26397C2B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065351" y="6303542"/>
                  <a:ext cx="582800" cy="677108"/>
                </a:xfrm>
                <a:prstGeom prst="rect">
                  <a:avLst/>
                </a:prstGeom>
                <a:blipFill>
                  <a:blip r:embed="rId2"/>
                  <a:stretch>
                    <a:fillRect l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C9411961-C414-449B-AF29-41E4EC225A80}"/>
                </a:ext>
              </a:extLst>
            </p:cNvPr>
            <p:cNvCxnSpPr>
              <a:cxnSpLocks/>
            </p:cNvCxnSpPr>
            <p:nvPr/>
          </p:nvCxnSpPr>
          <p:spPr>
            <a:xfrm>
              <a:off x="15836901" y="7322442"/>
              <a:ext cx="0" cy="696696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F980D84B-16AB-473A-8498-DA1998EE15AF}"/>
                </a:ext>
              </a:extLst>
            </p:cNvPr>
            <p:cNvCxnSpPr>
              <a:cxnSpLocks/>
            </p:cNvCxnSpPr>
            <p:nvPr/>
          </p:nvCxnSpPr>
          <p:spPr>
            <a:xfrm>
              <a:off x="6489095" y="7663538"/>
              <a:ext cx="5321790" cy="725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miter lim="800000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9958C702-F83E-4CB0-AAF6-6B20F504CDB8}"/>
                </a:ext>
              </a:extLst>
            </p:cNvPr>
            <p:cNvCxnSpPr>
              <a:cxnSpLocks/>
            </p:cNvCxnSpPr>
            <p:nvPr/>
          </p:nvCxnSpPr>
          <p:spPr>
            <a:xfrm>
              <a:off x="11846946" y="7667164"/>
              <a:ext cx="3989955" cy="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miter lim="800000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92B3E779-5097-490D-A9DC-E661C3748FB2}"/>
                </a:ext>
              </a:extLst>
            </p:cNvPr>
            <p:cNvCxnSpPr>
              <a:cxnSpLocks/>
            </p:cNvCxnSpPr>
            <p:nvPr/>
          </p:nvCxnSpPr>
          <p:spPr>
            <a:xfrm>
              <a:off x="1361520" y="7322442"/>
              <a:ext cx="0" cy="696696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AB268A64-841A-423F-BDFC-DE245C1E15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58884" y="7656291"/>
              <a:ext cx="5118170" cy="1087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miter lim="800000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1529A330-4489-4C3F-AFDF-72E01E64B416}"/>
                </a:ext>
              </a:extLst>
            </p:cNvPr>
            <p:cNvSpPr txBox="1"/>
            <p:nvPr/>
          </p:nvSpPr>
          <p:spPr>
            <a:xfrm>
              <a:off x="3223101" y="7656292"/>
              <a:ext cx="1622652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elvetica" panose="020B0604020202020204" pitchFamily="34" charset="0"/>
                </a:rPr>
                <a:t>Header</a:t>
              </a:r>
              <a:endPara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B9F1FCB-C1CF-4D4C-A98D-B50611AE8A0C}"/>
                </a:ext>
              </a:extLst>
            </p:cNvPr>
            <p:cNvSpPr txBox="1"/>
            <p:nvPr/>
          </p:nvSpPr>
          <p:spPr>
            <a:xfrm>
              <a:off x="8286517" y="7704284"/>
              <a:ext cx="2210198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elvetica" panose="020B0604020202020204" pitchFamily="34" charset="0"/>
                </a:rPr>
                <a:t>Data Frame 1</a:t>
              </a:r>
              <a:endPara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D29521EF-0945-4B20-9D3C-C6ACCF65164F}"/>
                </a:ext>
              </a:extLst>
            </p:cNvPr>
            <p:cNvSpPr txBox="1"/>
            <p:nvPr/>
          </p:nvSpPr>
          <p:spPr>
            <a:xfrm>
              <a:off x="12832381" y="7704284"/>
              <a:ext cx="2210198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elvetica" panose="020B0604020202020204" pitchFamily="34" charset="0"/>
                </a:rPr>
                <a:t>Data Frame 2</a:t>
              </a:r>
              <a:endPara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19DECD91-765A-4C15-84B9-C00EE57A00FF}"/>
                </a:ext>
              </a:extLst>
            </p:cNvPr>
            <p:cNvSpPr txBox="1"/>
            <p:nvPr/>
          </p:nvSpPr>
          <p:spPr>
            <a:xfrm>
              <a:off x="1330943" y="5039502"/>
              <a:ext cx="4348026" cy="615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>
                  <a:latin typeface="Helvetica" panose="020B0604020202020204" pitchFamily="34" charset="0"/>
                  <a:cs typeface="Helvetica" panose="020B0604020202020204" pitchFamily="34" charset="0"/>
                </a:rPr>
                <a:t>Simulation State (1 byte)</a:t>
              </a:r>
              <a:endParaRPr lang="en-US" sz="1400" dirty="0"/>
            </a:p>
          </p:txBody>
        </p: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13BF5ADF-DE49-46A8-89FB-7B4FDBFC49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02606" y="5501167"/>
              <a:ext cx="201638" cy="80237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4924ACED-8996-4D72-8198-AFB8DC7131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27209" y="5465134"/>
              <a:ext cx="201638" cy="80237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4D34FD4E-747D-4347-BD26-E61C0C3EE838}"/>
                </a:ext>
              </a:extLst>
            </p:cNvPr>
            <p:cNvSpPr txBox="1"/>
            <p:nvPr/>
          </p:nvSpPr>
          <p:spPr>
            <a:xfrm>
              <a:off x="12811389" y="5087588"/>
              <a:ext cx="3420976" cy="615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>
                  <a:latin typeface="Helvetica" panose="020B0604020202020204" pitchFamily="34" charset="0"/>
                  <a:cs typeface="Helvetica" panose="020B0604020202020204" pitchFamily="34" charset="0"/>
                </a:rPr>
                <a:t>Data ID (1 byte)</a:t>
              </a:r>
              <a:endParaRPr lang="en-US" sz="1400" dirty="0"/>
            </a:p>
          </p:txBody>
        </p: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309A0B30-BAE7-47A0-9B08-52EF59FA08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183051" y="5549252"/>
              <a:ext cx="201638" cy="80237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EFE2E2C7-328D-4643-B150-0A9737D60D61}"/>
                </a:ext>
              </a:extLst>
            </p:cNvPr>
            <p:cNvSpPr txBox="1"/>
            <p:nvPr/>
          </p:nvSpPr>
          <p:spPr>
            <a:xfrm>
              <a:off x="7392867" y="5045944"/>
              <a:ext cx="3420976" cy="615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>
                  <a:latin typeface="Helvetica" panose="020B0604020202020204" pitchFamily="34" charset="0"/>
                  <a:cs typeface="Helvetica" panose="020B0604020202020204" pitchFamily="34" charset="0"/>
                </a:rPr>
                <a:t>Data ID (1 byte)</a:t>
              </a:r>
              <a:endParaRPr lang="en-US" sz="1400" dirty="0"/>
            </a:p>
          </p:txBody>
        </p: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F26BDB7F-C4C0-4B40-B2A2-17A0B0F84FD0}"/>
              </a:ext>
            </a:extLst>
          </p:cNvPr>
          <p:cNvSpPr/>
          <p:nvPr/>
        </p:nvSpPr>
        <p:spPr>
          <a:xfrm rot="16200000">
            <a:off x="3179654" y="1016103"/>
            <a:ext cx="673096" cy="309925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>
                <a:lumMod val="85000"/>
                <a:lumOff val="15000"/>
              </a:schemeClr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sz="12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89CDA7A-2F8B-4D75-A087-4BDFCEE50F26}"/>
              </a:ext>
            </a:extLst>
          </p:cNvPr>
          <p:cNvSpPr/>
          <p:nvPr/>
        </p:nvSpPr>
        <p:spPr>
          <a:xfrm rot="16200000">
            <a:off x="684648" y="2421484"/>
            <a:ext cx="673097" cy="2848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>
                <a:lumMod val="85000"/>
                <a:lumOff val="15000"/>
              </a:schemeClr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sz="900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ED27791-8CF1-4BFB-8DC2-00EF9A448A9F}"/>
              </a:ext>
            </a:extLst>
          </p:cNvPr>
          <p:cNvCxnSpPr>
            <a:cxnSpLocks/>
          </p:cNvCxnSpPr>
          <p:nvPr/>
        </p:nvCxnSpPr>
        <p:spPr>
          <a:xfrm flipH="1">
            <a:off x="985521" y="1922336"/>
            <a:ext cx="100819" cy="401187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EADF2864-20E5-4A1A-8110-E87458D59BA5}"/>
              </a:ext>
            </a:extLst>
          </p:cNvPr>
          <p:cNvSpPr txBox="1"/>
          <p:nvPr/>
        </p:nvSpPr>
        <p:spPr>
          <a:xfrm>
            <a:off x="659901" y="1673817"/>
            <a:ext cx="1915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Helvetica" panose="020B0604020202020204" pitchFamily="34" charset="0"/>
                <a:cs typeface="Helvetica" panose="020B0604020202020204" pitchFamily="34" charset="0"/>
              </a:rPr>
              <a:t>String Length (1 byte)</a:t>
            </a:r>
            <a:endParaRPr lang="en-US" sz="1400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CA712BB-02F8-4381-BD8E-1E781FB29CBB}"/>
              </a:ext>
            </a:extLst>
          </p:cNvPr>
          <p:cNvSpPr/>
          <p:nvPr/>
        </p:nvSpPr>
        <p:spPr>
          <a:xfrm rot="16200000">
            <a:off x="1235669" y="2169556"/>
            <a:ext cx="673097" cy="78871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>
                <a:lumMod val="85000"/>
                <a:lumOff val="15000"/>
              </a:schemeClr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String Body</a:t>
            </a:r>
            <a:endParaRPr lang="en-US" sz="14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491BCC-C336-457C-88A2-90D7E3591348}"/>
              </a:ext>
            </a:extLst>
          </p:cNvPr>
          <p:cNvSpPr/>
          <p:nvPr/>
        </p:nvSpPr>
        <p:spPr>
          <a:xfrm>
            <a:off x="1463465" y="2939004"/>
            <a:ext cx="2069862" cy="3416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Vehicle Data Body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9EDCDB2-652A-49C0-BA51-70DBA84C36AE}"/>
              </a:ext>
            </a:extLst>
          </p:cNvPr>
          <p:cNvSpPr/>
          <p:nvPr/>
        </p:nvSpPr>
        <p:spPr>
          <a:xfrm rot="16200000">
            <a:off x="6271137" y="2504166"/>
            <a:ext cx="673097" cy="2848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>
                <a:lumMod val="85000"/>
                <a:lumOff val="15000"/>
              </a:schemeClr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sz="900" dirty="0">
              <a:solidFill>
                <a:schemeClr val="tx1"/>
              </a:solidFill>
            </a:endParaRP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BEF25A0A-AFFD-43E4-A6A2-02DC4C0A4046}"/>
              </a:ext>
            </a:extLst>
          </p:cNvPr>
          <p:cNvCxnSpPr>
            <a:cxnSpLocks/>
          </p:cNvCxnSpPr>
          <p:nvPr/>
        </p:nvCxnSpPr>
        <p:spPr>
          <a:xfrm flipH="1">
            <a:off x="6572010" y="2005018"/>
            <a:ext cx="100819" cy="401187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52584BAE-45B9-4B0C-A8AA-52813A6D7C47}"/>
              </a:ext>
            </a:extLst>
          </p:cNvPr>
          <p:cNvSpPr txBox="1"/>
          <p:nvPr/>
        </p:nvSpPr>
        <p:spPr>
          <a:xfrm>
            <a:off x="6246390" y="1756499"/>
            <a:ext cx="1915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Helvetica" panose="020B0604020202020204" pitchFamily="34" charset="0"/>
                <a:cs typeface="Helvetica" panose="020B0604020202020204" pitchFamily="34" charset="0"/>
              </a:rPr>
              <a:t>String Length (1 byte)</a:t>
            </a:r>
            <a:endParaRPr lang="en-US" sz="1400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265DF12-C0D1-4965-B0D7-B66FD07D24DE}"/>
              </a:ext>
            </a:extLst>
          </p:cNvPr>
          <p:cNvSpPr/>
          <p:nvPr/>
        </p:nvSpPr>
        <p:spPr>
          <a:xfrm rot="16200000">
            <a:off x="6812633" y="2252238"/>
            <a:ext cx="673097" cy="78871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>
                <a:lumMod val="85000"/>
                <a:lumOff val="15000"/>
              </a:schemeClr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sz="12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String Signal Name</a:t>
            </a:r>
            <a:endParaRPr lang="en-US" sz="12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293BBAA8-5A49-4A11-AA58-41D6F2645369}"/>
              </a:ext>
            </a:extLst>
          </p:cNvPr>
          <p:cNvSpPr/>
          <p:nvPr/>
        </p:nvSpPr>
        <p:spPr>
          <a:xfrm>
            <a:off x="7082303" y="3168998"/>
            <a:ext cx="1967205" cy="3416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Signal Data Body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6BBB0DAD-DE8D-4441-860A-902931DA0153}"/>
              </a:ext>
            </a:extLst>
          </p:cNvPr>
          <p:cNvSpPr/>
          <p:nvPr/>
        </p:nvSpPr>
        <p:spPr>
          <a:xfrm rot="16200000">
            <a:off x="7621932" y="2236361"/>
            <a:ext cx="673097" cy="82047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>
                <a:lumMod val="85000"/>
                <a:lumOff val="15000"/>
              </a:schemeClr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r>
              <a:rPr lang="en-US" sz="12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Signal ID</a:t>
            </a:r>
          </a:p>
          <a:p>
            <a:pPr>
              <a:lnSpc>
                <a:spcPct val="90000"/>
              </a:lnSpc>
            </a:pPr>
            <a:r>
              <a:rPr lang="en-US" sz="12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(2 bytes)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689EB1-75C7-43AA-9E5B-2F3D13FCDBFE}"/>
              </a:ext>
            </a:extLst>
          </p:cNvPr>
          <p:cNvSpPr txBox="1"/>
          <p:nvPr/>
        </p:nvSpPr>
        <p:spPr>
          <a:xfrm>
            <a:off x="8296617" y="501065"/>
            <a:ext cx="3594254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dirty="0">
                <a:latin typeface="+mn-lt"/>
              </a:rPr>
              <a:t>2 bytes (0-65535/-32768-32767)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7C8A9DC3-F191-4AAC-9681-288A9AD6D417}"/>
              </a:ext>
            </a:extLst>
          </p:cNvPr>
          <p:cNvSpPr/>
          <p:nvPr/>
        </p:nvSpPr>
        <p:spPr>
          <a:xfrm rot="16200000">
            <a:off x="5376846" y="4967631"/>
            <a:ext cx="673097" cy="78871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>
                <a:lumMod val="85000"/>
                <a:lumOff val="15000"/>
              </a:schemeClr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r>
              <a:rPr lang="en-US" sz="11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ID</a:t>
            </a:r>
          </a:p>
          <a:p>
            <a:pPr>
              <a:lnSpc>
                <a:spcPct val="90000"/>
              </a:lnSpc>
            </a:pPr>
            <a:r>
              <a:rPr lang="en-US" sz="11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(1 bytes)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5A1EC9B-15D9-4C05-8304-857C61843526}"/>
              </a:ext>
            </a:extLst>
          </p:cNvPr>
          <p:cNvSpPr/>
          <p:nvPr/>
        </p:nvSpPr>
        <p:spPr>
          <a:xfrm rot="16200000">
            <a:off x="4046444" y="5226268"/>
            <a:ext cx="673097" cy="2848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>
                <a:lumMod val="85000"/>
                <a:lumOff val="15000"/>
              </a:schemeClr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sz="900" dirty="0">
              <a:solidFill>
                <a:schemeClr val="tx1"/>
              </a:solidFill>
            </a:endParaRP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44556DC4-D427-4D68-863C-63A38DCA7718}"/>
              </a:ext>
            </a:extLst>
          </p:cNvPr>
          <p:cNvCxnSpPr>
            <a:cxnSpLocks/>
          </p:cNvCxnSpPr>
          <p:nvPr/>
        </p:nvCxnSpPr>
        <p:spPr>
          <a:xfrm flipH="1">
            <a:off x="4360684" y="4749124"/>
            <a:ext cx="100819" cy="401187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4D3E0073-592D-43C7-B726-BA9FC2419702}"/>
              </a:ext>
            </a:extLst>
          </p:cNvPr>
          <p:cNvSpPr txBox="1"/>
          <p:nvPr/>
        </p:nvSpPr>
        <p:spPr>
          <a:xfrm>
            <a:off x="4035064" y="4500605"/>
            <a:ext cx="1915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Helvetica" panose="020B0604020202020204" pitchFamily="34" charset="0"/>
                <a:cs typeface="Helvetica" panose="020B0604020202020204" pitchFamily="34" charset="0"/>
              </a:rPr>
              <a:t>String Length (1 byte)</a:t>
            </a:r>
            <a:endParaRPr lang="en-US" sz="1400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03AE86A5-3C4C-41C5-8846-E5390B8A36BE}"/>
              </a:ext>
            </a:extLst>
          </p:cNvPr>
          <p:cNvSpPr/>
          <p:nvPr/>
        </p:nvSpPr>
        <p:spPr>
          <a:xfrm rot="16200000">
            <a:off x="4588125" y="4974340"/>
            <a:ext cx="673097" cy="78871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>
                <a:lumMod val="85000"/>
                <a:lumOff val="15000"/>
              </a:schemeClr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sz="12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String Detector Name</a:t>
            </a:r>
            <a:endParaRPr lang="en-US" sz="12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1505246-906F-464A-93AF-17E891ABCFC7}"/>
              </a:ext>
            </a:extLst>
          </p:cNvPr>
          <p:cNvSpPr/>
          <p:nvPr/>
        </p:nvSpPr>
        <p:spPr>
          <a:xfrm rot="16200000">
            <a:off x="6170457" y="4967630"/>
            <a:ext cx="673097" cy="78871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>
                <a:lumMod val="85000"/>
                <a:lumOff val="15000"/>
              </a:schemeClr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r>
              <a:rPr lang="en-US" sz="11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State</a:t>
            </a:r>
          </a:p>
          <a:p>
            <a:pPr>
              <a:lnSpc>
                <a:spcPct val="90000"/>
              </a:lnSpc>
            </a:pPr>
            <a:r>
              <a:rPr lang="en-US" sz="11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(1 bytes)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2399B2A1-C0B9-4C34-A1C4-001852B4581D}"/>
              </a:ext>
            </a:extLst>
          </p:cNvPr>
          <p:cNvSpPr/>
          <p:nvPr/>
        </p:nvSpPr>
        <p:spPr>
          <a:xfrm rot="16200000">
            <a:off x="8046644" y="4960920"/>
            <a:ext cx="673097" cy="78871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>
                <a:lumMod val="85000"/>
                <a:lumOff val="15000"/>
              </a:schemeClr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r>
              <a:rPr lang="en-US" sz="11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ID</a:t>
            </a:r>
          </a:p>
          <a:p>
            <a:pPr>
              <a:lnSpc>
                <a:spcPct val="90000"/>
              </a:lnSpc>
            </a:pPr>
            <a:r>
              <a:rPr lang="en-US" sz="11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(1 bytes)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485F8526-CB3A-4955-A78C-D78DC6F1D48D}"/>
              </a:ext>
            </a:extLst>
          </p:cNvPr>
          <p:cNvSpPr/>
          <p:nvPr/>
        </p:nvSpPr>
        <p:spPr>
          <a:xfrm rot="16200000">
            <a:off x="6716242" y="5219557"/>
            <a:ext cx="673097" cy="2848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>
                <a:lumMod val="85000"/>
                <a:lumOff val="15000"/>
              </a:schemeClr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sz="900" dirty="0">
              <a:solidFill>
                <a:schemeClr val="tx1"/>
              </a:solidFill>
            </a:endParaRP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333B1F30-13E6-403B-BED8-EACD903C7355}"/>
              </a:ext>
            </a:extLst>
          </p:cNvPr>
          <p:cNvCxnSpPr>
            <a:cxnSpLocks/>
          </p:cNvCxnSpPr>
          <p:nvPr/>
        </p:nvCxnSpPr>
        <p:spPr>
          <a:xfrm flipH="1">
            <a:off x="7030482" y="4742413"/>
            <a:ext cx="100819" cy="401187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0078DB12-DEFC-49C8-8398-D313179490C2}"/>
              </a:ext>
            </a:extLst>
          </p:cNvPr>
          <p:cNvSpPr/>
          <p:nvPr/>
        </p:nvSpPr>
        <p:spPr>
          <a:xfrm rot="16200000">
            <a:off x="7257923" y="4967629"/>
            <a:ext cx="673097" cy="78871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>
                <a:lumMod val="85000"/>
                <a:lumOff val="15000"/>
              </a:schemeClr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sz="12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String Detector Name</a:t>
            </a:r>
            <a:endParaRPr lang="en-US" sz="12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3821EC71-0740-4054-9315-BCA130150343}"/>
              </a:ext>
            </a:extLst>
          </p:cNvPr>
          <p:cNvSpPr/>
          <p:nvPr/>
        </p:nvSpPr>
        <p:spPr>
          <a:xfrm rot="16200000">
            <a:off x="8840255" y="4960919"/>
            <a:ext cx="673097" cy="78871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>
                <a:lumMod val="85000"/>
                <a:lumOff val="15000"/>
              </a:schemeClr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r>
              <a:rPr lang="en-US" sz="11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State</a:t>
            </a:r>
          </a:p>
          <a:p>
            <a:pPr>
              <a:lnSpc>
                <a:spcPct val="90000"/>
              </a:lnSpc>
            </a:pPr>
            <a:r>
              <a:rPr lang="en-US" sz="11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(1 bytes)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BD3EEBE-4A55-46F3-A7F1-53F07082DD08}"/>
              </a:ext>
            </a:extLst>
          </p:cNvPr>
          <p:cNvSpPr txBox="1"/>
          <p:nvPr/>
        </p:nvSpPr>
        <p:spPr>
          <a:xfrm>
            <a:off x="6360844" y="4473254"/>
            <a:ext cx="1915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Helvetica" panose="020B0604020202020204" pitchFamily="34" charset="0"/>
                <a:cs typeface="Helvetica" panose="020B0604020202020204" pitchFamily="34" charset="0"/>
              </a:rPr>
              <a:t>String Length (1 byte)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A62FB71F-F0D1-45CB-9956-2E0D60EE8A3C}"/>
                  </a:ext>
                </a:extLst>
              </p:cNvPr>
              <p:cNvSpPr txBox="1"/>
              <p:nvPr/>
            </p:nvSpPr>
            <p:spPr>
              <a:xfrm>
                <a:off x="9721720" y="5186001"/>
                <a:ext cx="291400" cy="33855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200" i="1">
                          <a:latin typeface="Cambria Math" panose="02040503050406030204" pitchFamily="18" charset="0"/>
                        </a:rPr>
                        <m:t>⋯ 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A62FB71F-F0D1-45CB-9956-2E0D60EE8A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1720" y="5186001"/>
                <a:ext cx="291400" cy="338554"/>
              </a:xfrm>
              <a:prstGeom prst="rect">
                <a:avLst/>
              </a:prstGeom>
              <a:blipFill>
                <a:blip r:embed="rId3"/>
                <a:stretch>
                  <a:fillRect l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Rectangle 93">
            <a:extLst>
              <a:ext uri="{FF2B5EF4-FFF2-40B4-BE49-F238E27FC236}">
                <a16:creationId xmlns:a16="http://schemas.microsoft.com/office/drawing/2014/main" id="{82D0E84B-04E5-470A-AFC4-700C4240E556}"/>
              </a:ext>
            </a:extLst>
          </p:cNvPr>
          <p:cNvSpPr/>
          <p:nvPr/>
        </p:nvSpPr>
        <p:spPr>
          <a:xfrm rot="16200000">
            <a:off x="2133988" y="5226268"/>
            <a:ext cx="673097" cy="2848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>
                <a:lumMod val="85000"/>
                <a:lumOff val="15000"/>
              </a:schemeClr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sz="900" dirty="0">
              <a:solidFill>
                <a:schemeClr val="tx1"/>
              </a:solidFill>
            </a:endParaRP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5A34AA73-65E6-4488-81F9-9B09BEB3FA23}"/>
              </a:ext>
            </a:extLst>
          </p:cNvPr>
          <p:cNvCxnSpPr>
            <a:cxnSpLocks/>
          </p:cNvCxnSpPr>
          <p:nvPr/>
        </p:nvCxnSpPr>
        <p:spPr>
          <a:xfrm flipH="1">
            <a:off x="2434861" y="4727120"/>
            <a:ext cx="100819" cy="401187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2CD984DE-47EF-4264-819F-0445543EF8DA}"/>
              </a:ext>
            </a:extLst>
          </p:cNvPr>
          <p:cNvSpPr txBox="1"/>
          <p:nvPr/>
        </p:nvSpPr>
        <p:spPr>
          <a:xfrm>
            <a:off x="2109241" y="4478601"/>
            <a:ext cx="1915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Helvetica" panose="020B0604020202020204" pitchFamily="34" charset="0"/>
                <a:cs typeface="Helvetica" panose="020B0604020202020204" pitchFamily="34" charset="0"/>
              </a:rPr>
              <a:t>String Length (1 byte)</a:t>
            </a:r>
            <a:endParaRPr lang="en-US" sz="1400" dirty="0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9689A656-CAAB-4306-AB6E-9399AB55C9D5}"/>
              </a:ext>
            </a:extLst>
          </p:cNvPr>
          <p:cNvSpPr/>
          <p:nvPr/>
        </p:nvSpPr>
        <p:spPr>
          <a:xfrm rot="16200000">
            <a:off x="2675484" y="4974340"/>
            <a:ext cx="673097" cy="78871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>
                <a:lumMod val="85000"/>
                <a:lumOff val="15000"/>
              </a:schemeClr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sz="12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String Signal Name</a:t>
            </a:r>
            <a:endParaRPr lang="en-US" sz="12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A7D95F6E-A2A0-4245-9D2C-A1B576AFC5EB}"/>
              </a:ext>
            </a:extLst>
          </p:cNvPr>
          <p:cNvSpPr/>
          <p:nvPr/>
        </p:nvSpPr>
        <p:spPr>
          <a:xfrm rot="16200000">
            <a:off x="3484783" y="4958463"/>
            <a:ext cx="673097" cy="82047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>
                <a:lumMod val="85000"/>
                <a:lumOff val="15000"/>
              </a:schemeClr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r>
              <a:rPr lang="en-US" sz="12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Signal ID</a:t>
            </a:r>
          </a:p>
          <a:p>
            <a:pPr>
              <a:lnSpc>
                <a:spcPct val="90000"/>
              </a:lnSpc>
            </a:pPr>
            <a:r>
              <a:rPr lang="en-US" sz="12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(2 bytes)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5B0CAEAA-5542-4BBD-8CC1-652820CB5F2C}"/>
              </a:ext>
            </a:extLst>
          </p:cNvPr>
          <p:cNvSpPr/>
          <p:nvPr/>
        </p:nvSpPr>
        <p:spPr>
          <a:xfrm>
            <a:off x="4852029" y="6215983"/>
            <a:ext cx="2198038" cy="3416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Detector Data Body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D530EB2B-73A5-4EDB-AD96-51FDF6691D09}"/>
              </a:ext>
            </a:extLst>
          </p:cNvPr>
          <p:cNvSpPr/>
          <p:nvPr/>
        </p:nvSpPr>
        <p:spPr>
          <a:xfrm rot="16200000">
            <a:off x="1421824" y="5084396"/>
            <a:ext cx="673096" cy="5697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>
                <a:lumMod val="85000"/>
                <a:lumOff val="15000"/>
              </a:schemeClr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Data Length</a:t>
            </a:r>
          </a:p>
          <a:p>
            <a:pPr algn="ctr">
              <a:lnSpc>
                <a:spcPct val="90000"/>
              </a:lnSpc>
            </a:pPr>
            <a:r>
              <a:rPr lang="en-US" sz="11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(2 bytes)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1BB2A198-20FF-4167-B2A6-250E4F709DE6}"/>
              </a:ext>
            </a:extLst>
          </p:cNvPr>
          <p:cNvSpPr/>
          <p:nvPr/>
        </p:nvSpPr>
        <p:spPr>
          <a:xfrm rot="16200000">
            <a:off x="1849121" y="5226832"/>
            <a:ext cx="673097" cy="2848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>
                <a:lumMod val="85000"/>
                <a:lumOff val="15000"/>
              </a:schemeClr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sz="900" dirty="0">
              <a:solidFill>
                <a:schemeClr val="tx1"/>
              </a:solidFill>
            </a:endParaRP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19317087-1E90-4745-B585-8BDA76B9320D}"/>
              </a:ext>
            </a:extLst>
          </p:cNvPr>
          <p:cNvCxnSpPr>
            <a:cxnSpLocks/>
          </p:cNvCxnSpPr>
          <p:nvPr/>
        </p:nvCxnSpPr>
        <p:spPr>
          <a:xfrm>
            <a:off x="1965948" y="4808382"/>
            <a:ext cx="186303" cy="415644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522C43DA-30EA-4552-9F3E-18119B621F4E}"/>
              </a:ext>
            </a:extLst>
          </p:cNvPr>
          <p:cNvSpPr txBox="1"/>
          <p:nvPr/>
        </p:nvSpPr>
        <p:spPr>
          <a:xfrm>
            <a:off x="738195" y="4450495"/>
            <a:ext cx="17104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Helvetica" panose="020B0604020202020204" pitchFamily="34" charset="0"/>
                <a:cs typeface="Helvetica" panose="020B0604020202020204" pitchFamily="34" charset="0"/>
              </a:rPr>
              <a:t>Data ID (1 byte)</a:t>
            </a:r>
            <a:endParaRPr lang="en-US" sz="1400" dirty="0"/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18F36A6F-7E44-4C72-BEFC-E208A671E0CA}"/>
              </a:ext>
            </a:extLst>
          </p:cNvPr>
          <p:cNvCxnSpPr>
            <a:cxnSpLocks/>
          </p:cNvCxnSpPr>
          <p:nvPr/>
        </p:nvCxnSpPr>
        <p:spPr>
          <a:xfrm>
            <a:off x="2309768" y="6188632"/>
            <a:ext cx="7243061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B4CD0961-5477-457B-8BDD-493862D8DDE4}"/>
              </a:ext>
            </a:extLst>
          </p:cNvPr>
          <p:cNvCxnSpPr>
            <a:cxnSpLocks/>
          </p:cNvCxnSpPr>
          <p:nvPr/>
        </p:nvCxnSpPr>
        <p:spPr>
          <a:xfrm>
            <a:off x="2328101" y="5816523"/>
            <a:ext cx="1903466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Rectangle 105">
            <a:extLst>
              <a:ext uri="{FF2B5EF4-FFF2-40B4-BE49-F238E27FC236}">
                <a16:creationId xmlns:a16="http://schemas.microsoft.com/office/drawing/2014/main" id="{8258D137-0643-414C-B7BA-7284B16F0CB3}"/>
              </a:ext>
            </a:extLst>
          </p:cNvPr>
          <p:cNvSpPr/>
          <p:nvPr/>
        </p:nvSpPr>
        <p:spPr>
          <a:xfrm>
            <a:off x="2629183" y="5838700"/>
            <a:ext cx="1418978" cy="2862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400" dirty="0">
                <a:latin typeface="Helvetica" panose="020B0604020202020204" pitchFamily="34" charset="0"/>
                <a:cs typeface="Helvetica" panose="020B0604020202020204" pitchFamily="34" charset="0"/>
              </a:rPr>
              <a:t>Signal Identifier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721A2FFB-4C3B-4A23-89E3-E6B5C0F7D0FB}"/>
              </a:ext>
            </a:extLst>
          </p:cNvPr>
          <p:cNvCxnSpPr>
            <a:cxnSpLocks/>
          </p:cNvCxnSpPr>
          <p:nvPr/>
        </p:nvCxnSpPr>
        <p:spPr>
          <a:xfrm>
            <a:off x="4231567" y="5816523"/>
            <a:ext cx="2669798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Rectangle 107">
            <a:extLst>
              <a:ext uri="{FF2B5EF4-FFF2-40B4-BE49-F238E27FC236}">
                <a16:creationId xmlns:a16="http://schemas.microsoft.com/office/drawing/2014/main" id="{79D8B4F4-FDA2-4314-AFBE-05259B806A0C}"/>
              </a:ext>
            </a:extLst>
          </p:cNvPr>
          <p:cNvSpPr/>
          <p:nvPr/>
        </p:nvSpPr>
        <p:spPr>
          <a:xfrm>
            <a:off x="5031796" y="5838700"/>
            <a:ext cx="1010213" cy="2862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400" dirty="0">
                <a:latin typeface="Helvetica" panose="020B0604020202020204" pitchFamily="34" charset="0"/>
                <a:cs typeface="Helvetica" panose="020B0604020202020204" pitchFamily="34" charset="0"/>
              </a:rPr>
              <a:t>Detector 1</a:t>
            </a: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DED36B3E-BB9E-47A8-BC2C-77D7D194F3DC}"/>
              </a:ext>
            </a:extLst>
          </p:cNvPr>
          <p:cNvCxnSpPr>
            <a:cxnSpLocks/>
          </p:cNvCxnSpPr>
          <p:nvPr/>
        </p:nvCxnSpPr>
        <p:spPr>
          <a:xfrm>
            <a:off x="6910358" y="5805083"/>
            <a:ext cx="2669798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Rectangle 109">
            <a:extLst>
              <a:ext uri="{FF2B5EF4-FFF2-40B4-BE49-F238E27FC236}">
                <a16:creationId xmlns:a16="http://schemas.microsoft.com/office/drawing/2014/main" id="{893DF4E5-84E5-43A7-BCCD-CDD08285B2EB}"/>
              </a:ext>
            </a:extLst>
          </p:cNvPr>
          <p:cNvSpPr/>
          <p:nvPr/>
        </p:nvSpPr>
        <p:spPr>
          <a:xfrm>
            <a:off x="7710587" y="5827260"/>
            <a:ext cx="1010213" cy="2862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400" dirty="0">
                <a:latin typeface="Helvetica" panose="020B0604020202020204" pitchFamily="34" charset="0"/>
                <a:cs typeface="Helvetica" panose="020B0604020202020204" pitchFamily="34" charset="0"/>
              </a:rPr>
              <a:t>Detector 2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66B569FD-9333-42A1-B8A4-ECEC547FFAE1}"/>
              </a:ext>
            </a:extLst>
          </p:cNvPr>
          <p:cNvSpPr/>
          <p:nvPr/>
        </p:nvSpPr>
        <p:spPr>
          <a:xfrm rot="16200000">
            <a:off x="8171464" y="2504165"/>
            <a:ext cx="673097" cy="2848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>
                <a:lumMod val="85000"/>
                <a:lumOff val="15000"/>
              </a:schemeClr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904329AD-B327-41FF-9E92-E2E8B2ED28FE}"/>
              </a:ext>
            </a:extLst>
          </p:cNvPr>
          <p:cNvSpPr/>
          <p:nvPr/>
        </p:nvSpPr>
        <p:spPr>
          <a:xfrm rot="16200000">
            <a:off x="8997586" y="1967610"/>
            <a:ext cx="673097" cy="135797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>
                <a:lumMod val="85000"/>
                <a:lumOff val="15000"/>
              </a:schemeClr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sz="12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String Signal State</a:t>
            </a:r>
            <a:endParaRPr lang="en-US" sz="12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61043731-6745-49EC-AE0C-D62B323D58B3}"/>
              </a:ext>
            </a:extLst>
          </p:cNvPr>
          <p:cNvCxnSpPr>
            <a:cxnSpLocks/>
          </p:cNvCxnSpPr>
          <p:nvPr/>
        </p:nvCxnSpPr>
        <p:spPr>
          <a:xfrm flipH="1">
            <a:off x="8492698" y="1995668"/>
            <a:ext cx="100819" cy="401187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C1EE10C6-FC54-42E5-84B8-4C6EF774451B}"/>
              </a:ext>
            </a:extLst>
          </p:cNvPr>
          <p:cNvSpPr txBox="1"/>
          <p:nvPr/>
        </p:nvSpPr>
        <p:spPr>
          <a:xfrm>
            <a:off x="8167078" y="1747149"/>
            <a:ext cx="1915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Helvetica" panose="020B0604020202020204" pitchFamily="34" charset="0"/>
                <a:cs typeface="Helvetica" panose="020B0604020202020204" pitchFamily="34" charset="0"/>
              </a:rPr>
              <a:t>String Length (1 byte)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905713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F8D6982-EB10-4C80-9955-787A5DFC1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031" y="141889"/>
            <a:ext cx="3628417" cy="599877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B662469-701C-4E40-B60E-DB03E9726360}"/>
              </a:ext>
            </a:extLst>
          </p:cNvPr>
          <p:cNvSpPr/>
          <p:nvPr/>
        </p:nvSpPr>
        <p:spPr>
          <a:xfrm>
            <a:off x="811924" y="551793"/>
            <a:ext cx="472966" cy="110359"/>
          </a:xfrm>
          <a:prstGeom prst="rect">
            <a:avLst/>
          </a:prstGeom>
          <a:solidFill>
            <a:schemeClr val="accent6">
              <a:lumMod val="40000"/>
              <a:lumOff val="60000"/>
              <a:alpha val="58824"/>
            </a:schemeClr>
          </a:solidFill>
          <a:ln w="38100">
            <a:noFill/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3ED8B3-C905-4EF9-BDFA-2949CD0297E4}"/>
              </a:ext>
            </a:extLst>
          </p:cNvPr>
          <p:cNvSpPr/>
          <p:nvPr/>
        </p:nvSpPr>
        <p:spPr>
          <a:xfrm>
            <a:off x="1284890" y="551793"/>
            <a:ext cx="1749972" cy="110359"/>
          </a:xfrm>
          <a:prstGeom prst="rect">
            <a:avLst/>
          </a:prstGeom>
          <a:solidFill>
            <a:schemeClr val="accent4">
              <a:lumMod val="40000"/>
              <a:lumOff val="60000"/>
              <a:alpha val="58824"/>
            </a:schemeClr>
          </a:solidFill>
          <a:ln w="38100">
            <a:noFill/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2D3032-0D62-4036-A809-3B73DBC6030A}"/>
              </a:ext>
            </a:extLst>
          </p:cNvPr>
          <p:cNvSpPr/>
          <p:nvPr/>
        </p:nvSpPr>
        <p:spPr>
          <a:xfrm>
            <a:off x="835573" y="662152"/>
            <a:ext cx="1749972" cy="110359"/>
          </a:xfrm>
          <a:prstGeom prst="rect">
            <a:avLst/>
          </a:prstGeom>
          <a:solidFill>
            <a:schemeClr val="accent3">
              <a:lumMod val="40000"/>
              <a:lumOff val="60000"/>
              <a:alpha val="58824"/>
            </a:schemeClr>
          </a:solidFill>
          <a:ln w="38100">
            <a:noFill/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8550B6-6C24-41A8-AEC3-3CBCD5945054}"/>
              </a:ext>
            </a:extLst>
          </p:cNvPr>
          <p:cNvSpPr/>
          <p:nvPr/>
        </p:nvSpPr>
        <p:spPr>
          <a:xfrm>
            <a:off x="2585545" y="662152"/>
            <a:ext cx="449317" cy="110359"/>
          </a:xfrm>
          <a:prstGeom prst="rect">
            <a:avLst/>
          </a:prstGeom>
          <a:solidFill>
            <a:schemeClr val="accent2">
              <a:lumMod val="40000"/>
              <a:lumOff val="60000"/>
              <a:alpha val="58824"/>
            </a:schemeClr>
          </a:solidFill>
          <a:ln w="38100">
            <a:noFill/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A98FB5-5F86-4175-9E30-9162F1F84832}"/>
              </a:ext>
            </a:extLst>
          </p:cNvPr>
          <p:cNvSpPr/>
          <p:nvPr/>
        </p:nvSpPr>
        <p:spPr>
          <a:xfrm>
            <a:off x="823748" y="772512"/>
            <a:ext cx="449317" cy="110359"/>
          </a:xfrm>
          <a:prstGeom prst="rect">
            <a:avLst/>
          </a:prstGeom>
          <a:solidFill>
            <a:schemeClr val="accent2">
              <a:lumMod val="40000"/>
              <a:lumOff val="60000"/>
              <a:alpha val="58824"/>
            </a:schemeClr>
          </a:solidFill>
          <a:ln w="38100">
            <a:noFill/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2EF00C-D6D3-4D76-82E6-BB151B938FB5}"/>
              </a:ext>
            </a:extLst>
          </p:cNvPr>
          <p:cNvSpPr/>
          <p:nvPr/>
        </p:nvSpPr>
        <p:spPr>
          <a:xfrm>
            <a:off x="1284890" y="772511"/>
            <a:ext cx="449317" cy="110359"/>
          </a:xfrm>
          <a:prstGeom prst="rect">
            <a:avLst/>
          </a:prstGeom>
          <a:solidFill>
            <a:schemeClr val="accent4">
              <a:lumMod val="75000"/>
              <a:alpha val="58824"/>
            </a:schemeClr>
          </a:solidFill>
          <a:ln w="38100">
            <a:noFill/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3D84F1-FC4D-40CA-9E53-34A207D03F51}"/>
              </a:ext>
            </a:extLst>
          </p:cNvPr>
          <p:cNvSpPr/>
          <p:nvPr/>
        </p:nvSpPr>
        <p:spPr>
          <a:xfrm>
            <a:off x="3703720" y="0"/>
            <a:ext cx="801794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/>
              <a:t>id, speed, </a:t>
            </a:r>
            <a:r>
              <a:rPr lang="en-US" sz="1100" dirty="0" err="1"/>
              <a:t>accelerationDesired</a:t>
            </a:r>
            <a:r>
              <a:rPr lang="en-US" sz="1100" dirty="0"/>
              <a:t>, </a:t>
            </a:r>
            <a:r>
              <a:rPr lang="en-US" sz="1100" dirty="0" err="1"/>
              <a:t>hasPrecedingVehicle</a:t>
            </a:r>
            <a:r>
              <a:rPr lang="en-US" sz="1100" dirty="0"/>
              <a:t>, </a:t>
            </a:r>
            <a:r>
              <a:rPr lang="en-US" sz="1100" dirty="0" err="1"/>
              <a:t>precedingVehicleDistance</a:t>
            </a:r>
            <a:r>
              <a:rPr lang="en-US" sz="1100" dirty="0"/>
              <a:t>, </a:t>
            </a:r>
            <a:r>
              <a:rPr lang="en-US" sz="1100" dirty="0" err="1"/>
              <a:t>precedingVehicleSpeed</a:t>
            </a:r>
            <a:r>
              <a:rPr lang="en-US" sz="1100" dirty="0"/>
              <a:t>, </a:t>
            </a:r>
            <a:r>
              <a:rPr lang="en-US" sz="1100" dirty="0" err="1"/>
              <a:t>signalLightDistance</a:t>
            </a:r>
            <a:r>
              <a:rPr lang="en-US" sz="1100" dirty="0"/>
              <a:t>, </a:t>
            </a:r>
            <a:r>
              <a:rPr lang="en-US" sz="1100" dirty="0" err="1"/>
              <a:t>signalLightColor</a:t>
            </a:r>
            <a:r>
              <a:rPr lang="en-US" sz="1100" dirty="0"/>
              <a:t>, </a:t>
            </a:r>
            <a:r>
              <a:rPr lang="en-US" sz="1100" dirty="0" err="1"/>
              <a:t>speedLimit</a:t>
            </a:r>
            <a:r>
              <a:rPr lang="en-US" sz="1100" dirty="0"/>
              <a:t>, </a:t>
            </a:r>
            <a:r>
              <a:rPr lang="en-US" sz="1100" dirty="0" err="1"/>
              <a:t>speedLimitNext</a:t>
            </a:r>
            <a:r>
              <a:rPr lang="en-US" sz="1100" dirty="0"/>
              <a:t>, </a:t>
            </a:r>
            <a:r>
              <a:rPr lang="en-US" sz="1100" dirty="0" err="1"/>
              <a:t>speedLimitChangeDistance</a:t>
            </a:r>
            <a:endParaRPr lang="en-US" sz="11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F3999D-3C99-4BD1-B8FB-E45EACFB5193}"/>
              </a:ext>
            </a:extLst>
          </p:cNvPr>
          <p:cNvSpPr/>
          <p:nvPr/>
        </p:nvSpPr>
        <p:spPr>
          <a:xfrm>
            <a:off x="1704647" y="772511"/>
            <a:ext cx="449317" cy="110359"/>
          </a:xfrm>
          <a:prstGeom prst="rect">
            <a:avLst/>
          </a:prstGeom>
          <a:solidFill>
            <a:schemeClr val="accent6">
              <a:lumMod val="40000"/>
              <a:lumOff val="60000"/>
              <a:alpha val="58824"/>
            </a:schemeClr>
          </a:solidFill>
          <a:ln w="38100">
            <a:noFill/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5C8DBE-57B3-4E16-85D0-03C7A56E1389}"/>
              </a:ext>
            </a:extLst>
          </p:cNvPr>
          <p:cNvSpPr/>
          <p:nvPr/>
        </p:nvSpPr>
        <p:spPr>
          <a:xfrm>
            <a:off x="2169730" y="788278"/>
            <a:ext cx="415815" cy="110359"/>
          </a:xfrm>
          <a:prstGeom prst="rect">
            <a:avLst/>
          </a:prstGeom>
          <a:solidFill>
            <a:schemeClr val="accent6">
              <a:lumMod val="60000"/>
              <a:lumOff val="40000"/>
              <a:alpha val="58824"/>
            </a:schemeClr>
          </a:solidFill>
          <a:ln w="38100">
            <a:noFill/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7370C1-839F-4459-AAB6-294FBD365E99}"/>
              </a:ext>
            </a:extLst>
          </p:cNvPr>
          <p:cNvSpPr/>
          <p:nvPr/>
        </p:nvSpPr>
        <p:spPr>
          <a:xfrm>
            <a:off x="2609194" y="775142"/>
            <a:ext cx="415815" cy="110359"/>
          </a:xfrm>
          <a:prstGeom prst="rect">
            <a:avLst/>
          </a:prstGeom>
          <a:solidFill>
            <a:schemeClr val="accent4">
              <a:lumMod val="40000"/>
              <a:lumOff val="60000"/>
              <a:alpha val="58824"/>
            </a:schemeClr>
          </a:solidFill>
          <a:ln w="38100">
            <a:noFill/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A5F3C26-D4DC-4C2F-9ABC-BFF9C3109273}"/>
              </a:ext>
            </a:extLst>
          </p:cNvPr>
          <p:cNvSpPr/>
          <p:nvPr/>
        </p:nvSpPr>
        <p:spPr>
          <a:xfrm>
            <a:off x="839515" y="882872"/>
            <a:ext cx="1330215" cy="110357"/>
          </a:xfrm>
          <a:prstGeom prst="rect">
            <a:avLst/>
          </a:prstGeom>
          <a:solidFill>
            <a:schemeClr val="accent4">
              <a:lumMod val="40000"/>
              <a:lumOff val="60000"/>
              <a:alpha val="58824"/>
            </a:schemeClr>
          </a:solidFill>
          <a:ln w="38100">
            <a:noFill/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C4E382-CB91-4202-BEF1-EB014ACBEA78}"/>
              </a:ext>
            </a:extLst>
          </p:cNvPr>
          <p:cNvSpPr/>
          <p:nvPr/>
        </p:nvSpPr>
        <p:spPr>
          <a:xfrm>
            <a:off x="2153964" y="890760"/>
            <a:ext cx="871045" cy="102470"/>
          </a:xfrm>
          <a:prstGeom prst="rect">
            <a:avLst/>
          </a:prstGeom>
          <a:solidFill>
            <a:schemeClr val="accent3">
              <a:lumMod val="40000"/>
              <a:lumOff val="60000"/>
              <a:alpha val="58824"/>
            </a:schemeClr>
          </a:solidFill>
          <a:ln w="38100">
            <a:noFill/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8FC9709-424F-483E-976C-1F6597155C41}"/>
              </a:ext>
            </a:extLst>
          </p:cNvPr>
          <p:cNvSpPr/>
          <p:nvPr/>
        </p:nvSpPr>
        <p:spPr>
          <a:xfrm>
            <a:off x="837542" y="969595"/>
            <a:ext cx="871045" cy="102470"/>
          </a:xfrm>
          <a:prstGeom prst="rect">
            <a:avLst/>
          </a:prstGeom>
          <a:solidFill>
            <a:schemeClr val="accent3">
              <a:lumMod val="40000"/>
              <a:lumOff val="60000"/>
              <a:alpha val="58824"/>
            </a:schemeClr>
          </a:solidFill>
          <a:ln w="38100">
            <a:noFill/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D194D46-2570-41C1-B0D3-6F47617BB2A6}"/>
              </a:ext>
            </a:extLst>
          </p:cNvPr>
          <p:cNvSpPr/>
          <p:nvPr/>
        </p:nvSpPr>
        <p:spPr>
          <a:xfrm>
            <a:off x="1720413" y="973547"/>
            <a:ext cx="449317" cy="110359"/>
          </a:xfrm>
          <a:prstGeom prst="rect">
            <a:avLst/>
          </a:prstGeom>
          <a:solidFill>
            <a:schemeClr val="accent4">
              <a:lumMod val="75000"/>
              <a:alpha val="58824"/>
            </a:schemeClr>
          </a:solidFill>
          <a:ln w="38100">
            <a:noFill/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C2C4C6D-F117-4539-BA16-C648CF2C594E}"/>
              </a:ext>
            </a:extLst>
          </p:cNvPr>
          <p:cNvSpPr/>
          <p:nvPr/>
        </p:nvSpPr>
        <p:spPr>
          <a:xfrm>
            <a:off x="2181556" y="983389"/>
            <a:ext cx="841480" cy="100518"/>
          </a:xfrm>
          <a:prstGeom prst="rect">
            <a:avLst/>
          </a:prstGeom>
          <a:solidFill>
            <a:schemeClr val="accent2">
              <a:lumMod val="40000"/>
              <a:lumOff val="60000"/>
              <a:alpha val="58824"/>
            </a:schemeClr>
          </a:solidFill>
          <a:ln w="38100">
            <a:noFill/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CF1761-9971-4E5A-880B-018E0D6A9A2E}"/>
              </a:ext>
            </a:extLst>
          </p:cNvPr>
          <p:cNvSpPr/>
          <p:nvPr/>
        </p:nvSpPr>
        <p:spPr>
          <a:xfrm>
            <a:off x="852324" y="1103590"/>
            <a:ext cx="841480" cy="100518"/>
          </a:xfrm>
          <a:prstGeom prst="rect">
            <a:avLst/>
          </a:prstGeom>
          <a:solidFill>
            <a:schemeClr val="accent2">
              <a:lumMod val="40000"/>
              <a:lumOff val="60000"/>
              <a:alpha val="58824"/>
            </a:schemeClr>
          </a:solidFill>
          <a:ln w="38100">
            <a:noFill/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3B62D5-F31A-45F7-A4E5-5DAEEC082722}"/>
              </a:ext>
            </a:extLst>
          </p:cNvPr>
          <p:cNvSpPr/>
          <p:nvPr/>
        </p:nvSpPr>
        <p:spPr>
          <a:xfrm>
            <a:off x="1734207" y="1089828"/>
            <a:ext cx="1300655" cy="110359"/>
          </a:xfrm>
          <a:prstGeom prst="rect">
            <a:avLst/>
          </a:prstGeom>
          <a:solidFill>
            <a:schemeClr val="accent6">
              <a:lumMod val="40000"/>
              <a:lumOff val="60000"/>
              <a:alpha val="58824"/>
            </a:schemeClr>
          </a:solidFill>
          <a:ln w="38100">
            <a:noFill/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FB73967-7B35-48F0-B4D0-FC6643B5466D}"/>
              </a:ext>
            </a:extLst>
          </p:cNvPr>
          <p:cNvSpPr/>
          <p:nvPr/>
        </p:nvSpPr>
        <p:spPr>
          <a:xfrm>
            <a:off x="823748" y="1197557"/>
            <a:ext cx="449317" cy="100518"/>
          </a:xfrm>
          <a:prstGeom prst="rect">
            <a:avLst/>
          </a:prstGeom>
          <a:solidFill>
            <a:schemeClr val="accent6">
              <a:lumMod val="40000"/>
              <a:lumOff val="60000"/>
              <a:alpha val="58824"/>
            </a:schemeClr>
          </a:solidFill>
          <a:ln w="38100">
            <a:noFill/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7D7A315-5022-4352-8478-95CB38854E77}"/>
              </a:ext>
            </a:extLst>
          </p:cNvPr>
          <p:cNvSpPr/>
          <p:nvPr/>
        </p:nvSpPr>
        <p:spPr>
          <a:xfrm>
            <a:off x="1288832" y="1180454"/>
            <a:ext cx="1734204" cy="110358"/>
          </a:xfrm>
          <a:prstGeom prst="rect">
            <a:avLst/>
          </a:prstGeom>
          <a:solidFill>
            <a:schemeClr val="accent4">
              <a:lumMod val="40000"/>
              <a:lumOff val="60000"/>
              <a:alpha val="58824"/>
            </a:schemeClr>
          </a:solidFill>
          <a:ln w="38100">
            <a:noFill/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806A8A3-BE5C-4301-981A-D3AD580CD7BC}"/>
              </a:ext>
            </a:extLst>
          </p:cNvPr>
          <p:cNvSpPr/>
          <p:nvPr/>
        </p:nvSpPr>
        <p:spPr>
          <a:xfrm>
            <a:off x="851341" y="1292186"/>
            <a:ext cx="433549" cy="116249"/>
          </a:xfrm>
          <a:prstGeom prst="rect">
            <a:avLst/>
          </a:prstGeom>
          <a:solidFill>
            <a:schemeClr val="accent2">
              <a:lumMod val="60000"/>
              <a:lumOff val="40000"/>
              <a:alpha val="58824"/>
            </a:schemeClr>
          </a:solidFill>
          <a:ln w="38100">
            <a:noFill/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26A36D6-3CA6-40A3-8C35-44F671F66FD2}"/>
              </a:ext>
            </a:extLst>
          </p:cNvPr>
          <p:cNvSpPr/>
          <p:nvPr/>
        </p:nvSpPr>
        <p:spPr>
          <a:xfrm>
            <a:off x="1282919" y="1304003"/>
            <a:ext cx="1734204" cy="95198"/>
          </a:xfrm>
          <a:prstGeom prst="rect">
            <a:avLst/>
          </a:prstGeom>
          <a:solidFill>
            <a:schemeClr val="accent3">
              <a:lumMod val="40000"/>
              <a:lumOff val="60000"/>
              <a:alpha val="58824"/>
            </a:schemeClr>
          </a:solidFill>
          <a:ln w="38100">
            <a:noFill/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59FB589-964B-4781-81A4-25EBD83D1B11}"/>
              </a:ext>
            </a:extLst>
          </p:cNvPr>
          <p:cNvSpPr/>
          <p:nvPr/>
        </p:nvSpPr>
        <p:spPr>
          <a:xfrm>
            <a:off x="855279" y="1417056"/>
            <a:ext cx="1734204" cy="95198"/>
          </a:xfrm>
          <a:prstGeom prst="rect">
            <a:avLst/>
          </a:prstGeom>
          <a:solidFill>
            <a:schemeClr val="accent6">
              <a:lumMod val="40000"/>
              <a:lumOff val="60000"/>
              <a:alpha val="58824"/>
            </a:schemeClr>
          </a:solidFill>
          <a:ln w="38100">
            <a:noFill/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194D283-4299-42ED-A6C9-BA6FB41CC196}"/>
              </a:ext>
            </a:extLst>
          </p:cNvPr>
          <p:cNvSpPr/>
          <p:nvPr/>
        </p:nvSpPr>
        <p:spPr>
          <a:xfrm>
            <a:off x="2602296" y="1430438"/>
            <a:ext cx="414827" cy="68658"/>
          </a:xfrm>
          <a:prstGeom prst="rect">
            <a:avLst/>
          </a:prstGeom>
          <a:solidFill>
            <a:schemeClr val="accent2">
              <a:lumMod val="60000"/>
              <a:lumOff val="40000"/>
              <a:alpha val="58824"/>
            </a:schemeClr>
          </a:solidFill>
          <a:ln w="38100">
            <a:noFill/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01D80D0-80F7-49BD-89A3-0C8125AC02A8}"/>
              </a:ext>
            </a:extLst>
          </p:cNvPr>
          <p:cNvSpPr/>
          <p:nvPr/>
        </p:nvSpPr>
        <p:spPr>
          <a:xfrm>
            <a:off x="851341" y="1518794"/>
            <a:ext cx="1302623" cy="93968"/>
          </a:xfrm>
          <a:prstGeom prst="rect">
            <a:avLst/>
          </a:prstGeom>
          <a:solidFill>
            <a:schemeClr val="accent2">
              <a:lumMod val="60000"/>
              <a:lumOff val="40000"/>
              <a:alpha val="58824"/>
            </a:schemeClr>
          </a:solidFill>
          <a:ln w="38100">
            <a:noFill/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1388231-6289-4310-8200-182CF31189DA}"/>
              </a:ext>
            </a:extLst>
          </p:cNvPr>
          <p:cNvSpPr/>
          <p:nvPr/>
        </p:nvSpPr>
        <p:spPr>
          <a:xfrm>
            <a:off x="3723429" y="483515"/>
            <a:ext cx="8017941" cy="21390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/>
              <a:t>Little Endian, i.e., need to </a:t>
            </a:r>
            <a:r>
              <a:rPr lang="en-US" sz="1100" dirty="0" err="1"/>
              <a:t>fliplr</a:t>
            </a:r>
            <a:r>
              <a:rPr lang="en-US" sz="1100" dirty="0"/>
              <a:t> to get correct bit</a:t>
            </a:r>
          </a:p>
          <a:p>
            <a:endParaRPr lang="en-US" sz="1100" dirty="0"/>
          </a:p>
          <a:p>
            <a:r>
              <a:rPr lang="en-US" sz="1200" b="1" dirty="0"/>
              <a:t>Conversion:</a:t>
            </a:r>
            <a:endParaRPr lang="en-US" sz="1200" dirty="0"/>
          </a:p>
          <a:p>
            <a:r>
              <a:rPr lang="en-US" sz="1100" dirty="0"/>
              <a:t>The value of a IEEE-754 number is computed as:</a:t>
            </a:r>
          </a:p>
          <a:p>
            <a:r>
              <a:rPr lang="en-US" sz="1100" dirty="0"/>
              <a:t>sign 2exponent mantissa</a:t>
            </a:r>
          </a:p>
          <a:p>
            <a:r>
              <a:rPr lang="en-US" sz="1100" dirty="0"/>
              <a:t>The sign is stored in bit 32. The exponent can be computed from bits 24-31 by subtracting 127. The mantissa (also known as significand or fraction) is stored in bits 1-23. An invisible leading bit (i.e. it is not actually stored) with value 1.0 is placed in front, then bit 23 has a value of 1/2, bit 22 has value 1/4 etc. As a result, the mantissa has a value between 1.0 and 2. If the exponent reaches -127 (binary 00000000), the leading 1 is no longer used to enable gradual underflow.</a:t>
            </a:r>
          </a:p>
          <a:p>
            <a:br>
              <a:rPr lang="en-US" sz="1100" dirty="0"/>
            </a:br>
            <a:r>
              <a:rPr lang="en-US" sz="1100" dirty="0"/>
              <a:t> 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DCE07AA-685D-4D9F-B7B2-F4C88CA1F7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7551" y="2356841"/>
            <a:ext cx="6611007" cy="2024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7470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4A7957-59B8-42CB-9096-DCBC0D8EB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support vehicle data list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038E6F-2F1D-4B3A-8671-36E1B82E44EE}"/>
              </a:ext>
            </a:extLst>
          </p:cNvPr>
          <p:cNvSpPr/>
          <p:nvPr/>
        </p:nvSpPr>
        <p:spPr>
          <a:xfrm>
            <a:off x="745475" y="900836"/>
            <a:ext cx="9522246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std::</a:t>
            </a:r>
            <a:r>
              <a:rPr lang="en-US" sz="1200" dirty="0">
                <a:solidFill>
                  <a:srgbClr val="2B91A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id; 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std::</a:t>
            </a:r>
            <a:r>
              <a:rPr lang="en-US" sz="1200" dirty="0">
                <a:solidFill>
                  <a:srgbClr val="2B91A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type; 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speed; 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acceleration;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positionX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positionY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positionZ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heading; </a:t>
            </a:r>
          </a:p>
          <a:p>
            <a:r>
              <a:rPr lang="en-US" sz="1200" dirty="0">
                <a:solidFill>
                  <a:srgbClr val="2B91AF"/>
                </a:solidFill>
                <a:latin typeface="Consolas" panose="020B0609020204030204" pitchFamily="49" charset="0"/>
              </a:rPr>
              <a:t>uint32_t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color;  //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r,g,b,a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std::</a:t>
            </a:r>
            <a:r>
              <a:rPr lang="en-US" sz="1200" dirty="0">
                <a:solidFill>
                  <a:srgbClr val="2B91A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linkId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2B91AF"/>
                </a:solidFill>
                <a:latin typeface="Consolas" panose="020B0609020204030204" pitchFamily="49" charset="0"/>
              </a:rPr>
              <a:t>int32_t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laneId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distanceTravel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speedDesired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accelerationDesired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hasPrecedingVehicle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std::</a:t>
            </a:r>
            <a:r>
              <a:rPr lang="en-US" sz="1200" dirty="0">
                <a:solidFill>
                  <a:srgbClr val="2B91A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precedingVehicleId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precedingVehicleDistance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// distance to preceding vehicle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precedingVehicleSpeed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// absolute speed of preceding vehicle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signalLightDistance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// distance to next signal light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2B91AF"/>
                </a:solidFill>
                <a:latin typeface="Consolas" panose="020B0609020204030204" pitchFamily="49" charset="0"/>
              </a:rPr>
              <a:t>int8_t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signalLightColor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// color of next signal light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speedLimit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speedLimitNext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speedLimitChangeDistance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std::</a:t>
            </a:r>
            <a:r>
              <a:rPr lang="en-US" sz="1200" dirty="0">
                <a:solidFill>
                  <a:srgbClr val="2B91A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linkIdNext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grade; 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// angle in radians, positive climbing up hill</a:t>
            </a:r>
            <a:endParaRPr lang="en-US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414915-660D-4EE9-8134-7E9A1F84C500}"/>
              </a:ext>
            </a:extLst>
          </p:cNvPr>
          <p:cNvSpPr/>
          <p:nvPr/>
        </p:nvSpPr>
        <p:spPr>
          <a:xfrm>
            <a:off x="5015725" y="1039335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[id, type, speed, acceleration, </a:t>
            </a:r>
            <a:r>
              <a:rPr lang="en-US" dirty="0" err="1"/>
              <a:t>positionX</a:t>
            </a:r>
            <a:r>
              <a:rPr lang="en-US" dirty="0"/>
              <a:t>, </a:t>
            </a:r>
            <a:r>
              <a:rPr lang="en-US" dirty="0" err="1"/>
              <a:t>positionY</a:t>
            </a:r>
            <a:r>
              <a:rPr lang="en-US" dirty="0"/>
              <a:t>, </a:t>
            </a:r>
            <a:r>
              <a:rPr lang="en-US" dirty="0" err="1"/>
              <a:t>positionZ</a:t>
            </a:r>
            <a:r>
              <a:rPr lang="en-US" dirty="0"/>
              <a:t>, heading, color, </a:t>
            </a:r>
            <a:r>
              <a:rPr lang="en-US" dirty="0" err="1"/>
              <a:t>linkId</a:t>
            </a:r>
            <a:r>
              <a:rPr lang="en-US" dirty="0"/>
              <a:t>, </a:t>
            </a:r>
            <a:r>
              <a:rPr lang="en-US" dirty="0" err="1"/>
              <a:t>laneId</a:t>
            </a:r>
            <a:r>
              <a:rPr lang="en-US" dirty="0"/>
              <a:t>, </a:t>
            </a:r>
            <a:r>
              <a:rPr lang="en-US" dirty="0" err="1"/>
              <a:t>distanceTravel</a:t>
            </a:r>
            <a:r>
              <a:rPr lang="en-US" dirty="0"/>
              <a:t>, </a:t>
            </a:r>
            <a:r>
              <a:rPr lang="en-US" dirty="0" err="1"/>
              <a:t>speedDesired</a:t>
            </a:r>
            <a:r>
              <a:rPr lang="en-US" dirty="0"/>
              <a:t>, </a:t>
            </a:r>
            <a:r>
              <a:rPr lang="en-US" dirty="0" err="1"/>
              <a:t>accelerationDesired</a:t>
            </a:r>
            <a:r>
              <a:rPr lang="en-US" dirty="0"/>
              <a:t>, </a:t>
            </a:r>
            <a:r>
              <a:rPr lang="en-US" dirty="0" err="1"/>
              <a:t>hasPrecedingVehicle</a:t>
            </a:r>
            <a:r>
              <a:rPr lang="en-US" dirty="0"/>
              <a:t>, </a:t>
            </a:r>
            <a:r>
              <a:rPr lang="en-US" dirty="0" err="1"/>
              <a:t>precedingVehicleId</a:t>
            </a:r>
            <a:r>
              <a:rPr lang="en-US" dirty="0"/>
              <a:t>, </a:t>
            </a:r>
            <a:r>
              <a:rPr lang="en-US" dirty="0" err="1"/>
              <a:t>precedingVehicleDistance</a:t>
            </a:r>
            <a:r>
              <a:rPr lang="en-US" dirty="0"/>
              <a:t>, </a:t>
            </a:r>
            <a:r>
              <a:rPr lang="en-US" dirty="0" err="1"/>
              <a:t>precedingVehicleSpeed</a:t>
            </a:r>
            <a:r>
              <a:rPr lang="en-US" dirty="0"/>
              <a:t>, </a:t>
            </a:r>
            <a:r>
              <a:rPr lang="en-US" dirty="0" err="1"/>
              <a:t>signalLightDistance</a:t>
            </a:r>
            <a:r>
              <a:rPr lang="en-US" dirty="0"/>
              <a:t>, </a:t>
            </a:r>
            <a:r>
              <a:rPr lang="en-US" dirty="0" err="1"/>
              <a:t>signalLightColor</a:t>
            </a:r>
            <a:r>
              <a:rPr lang="en-US" dirty="0"/>
              <a:t>, </a:t>
            </a:r>
            <a:r>
              <a:rPr lang="en-US" dirty="0" err="1"/>
              <a:t>speedLimit</a:t>
            </a:r>
            <a:r>
              <a:rPr lang="en-US" dirty="0"/>
              <a:t>, </a:t>
            </a:r>
            <a:r>
              <a:rPr lang="en-US" dirty="0" err="1"/>
              <a:t>speedLimitNext</a:t>
            </a:r>
            <a:r>
              <a:rPr lang="en-US" dirty="0"/>
              <a:t>, </a:t>
            </a:r>
            <a:r>
              <a:rPr lang="en-US" dirty="0" err="1"/>
              <a:t>speedLimitChangeDistance</a:t>
            </a:r>
            <a:r>
              <a:rPr lang="en-US" dirty="0"/>
              <a:t>, </a:t>
            </a:r>
            <a:r>
              <a:rPr lang="en-US" dirty="0" err="1"/>
              <a:t>linkIdNext</a:t>
            </a:r>
            <a:r>
              <a:rPr lang="en-US" dirty="0"/>
              <a:t>, grade]</a:t>
            </a:r>
          </a:p>
        </p:txBody>
      </p:sp>
    </p:spTree>
    <p:extLst>
      <p:ext uri="{BB962C8B-B14F-4D97-AF65-F5344CB8AC3E}">
        <p14:creationId xmlns:p14="http://schemas.microsoft.com/office/powerpoint/2010/main" val="27123765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D5640-3A31-4380-974A-0C2F2CAAA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5C80C6-0D22-4226-938F-D708291B6270}"/>
              </a:ext>
            </a:extLst>
          </p:cNvPr>
          <p:cNvSpPr/>
          <p:nvPr/>
        </p:nvSpPr>
        <p:spPr>
          <a:xfrm>
            <a:off x="745475" y="900836"/>
            <a:ext cx="952224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If no preceding vehicle, should ignore the id, distance, speed, 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If no signal,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signallight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distance will be negative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If no speed limit, speed limit will be negative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6636994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7623B-B95B-4583-A822-DBAF2223F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E02B8D-AE36-42BC-9353-A4479B26B55D}"/>
              </a:ext>
            </a:extLst>
          </p:cNvPr>
          <p:cNvSpPr/>
          <p:nvPr/>
        </p:nvSpPr>
        <p:spPr>
          <a:xfrm>
            <a:off x="745475" y="900836"/>
            <a:ext cx="952224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Color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rgba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	first 8 bits r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	second 8 bits g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4270297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274A8F-DEF9-4B33-B661-5BBB22007611}"/>
              </a:ext>
            </a:extLst>
          </p:cNvPr>
          <p:cNvSpPr txBox="1"/>
          <p:nvPr/>
        </p:nvSpPr>
        <p:spPr>
          <a:xfrm>
            <a:off x="821629" y="277807"/>
            <a:ext cx="1147855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traffic signal data</a:t>
            </a:r>
          </a:p>
          <a:p>
            <a:endParaRPr lang="en-US" dirty="0"/>
          </a:p>
          <a:p>
            <a:r>
              <a:rPr lang="en-US" dirty="0"/>
              <a:t>string id</a:t>
            </a:r>
          </a:p>
          <a:p>
            <a:r>
              <a:rPr lang="en-US" dirty="0"/>
              <a:t>phase</a:t>
            </a:r>
          </a:p>
          <a:p>
            <a:r>
              <a:rPr lang="en-US" dirty="0"/>
              <a:t>detector list</a:t>
            </a:r>
          </a:p>
          <a:p>
            <a:r>
              <a:rPr lang="en-US" dirty="0"/>
              <a:t>detector vehicle</a:t>
            </a:r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741645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274A8F-DEF9-4B33-B661-5BBB22007611}"/>
              </a:ext>
            </a:extLst>
          </p:cNvPr>
          <p:cNvSpPr txBox="1"/>
          <p:nvPr/>
        </p:nvSpPr>
        <p:spPr>
          <a:xfrm>
            <a:off x="788972" y="277807"/>
            <a:ext cx="114785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Sensor data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9912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C9EBAF-B1A7-4E68-A7BB-4807779CB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303" y="246998"/>
            <a:ext cx="10525802" cy="6611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256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000657F-FC77-4F93-A135-A0CE4B8A0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362" y="217620"/>
            <a:ext cx="11361624" cy="6640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1785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0C09481-775A-4175-B036-9031DD71A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734" y="0"/>
            <a:ext cx="111745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0692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3564F6-F411-4C20-A45B-321185BD9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0"/>
            <a:ext cx="11430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1438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595E6C-F0BF-407E-BAD4-54ED9FB76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24" y="0"/>
            <a:ext cx="117317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6944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FD8F89-4CCB-44D4-AA71-48FBEA070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3732" y="1971471"/>
            <a:ext cx="6344535" cy="291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3796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934324F-506B-444E-BC87-690DB32790A1}"/>
              </a:ext>
            </a:extLst>
          </p:cNvPr>
          <p:cNvCxnSpPr>
            <a:cxnSpLocks/>
            <a:stCxn id="30" idx="6"/>
            <a:endCxn id="38" idx="1"/>
          </p:cNvCxnSpPr>
          <p:nvPr/>
        </p:nvCxnSpPr>
        <p:spPr>
          <a:xfrm>
            <a:off x="4869963" y="931497"/>
            <a:ext cx="1708403" cy="404699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8CB0B3F-14E3-4E48-BB57-E1468C03BD57}"/>
              </a:ext>
            </a:extLst>
          </p:cNvPr>
          <p:cNvCxnSpPr>
            <a:cxnSpLocks/>
          </p:cNvCxnSpPr>
          <p:nvPr/>
        </p:nvCxnSpPr>
        <p:spPr>
          <a:xfrm>
            <a:off x="773723" y="2954215"/>
            <a:ext cx="6768122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1E18038-850C-4D48-B4BA-513C81F93676}"/>
              </a:ext>
            </a:extLst>
          </p:cNvPr>
          <p:cNvCxnSpPr>
            <a:cxnSpLocks/>
          </p:cNvCxnSpPr>
          <p:nvPr/>
        </p:nvCxnSpPr>
        <p:spPr>
          <a:xfrm flipV="1">
            <a:off x="2999934" y="2821353"/>
            <a:ext cx="0" cy="143608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32797DC-EC2A-47E0-AE30-E9AFA5D263F2}"/>
              </a:ext>
            </a:extLst>
          </p:cNvPr>
          <p:cNvCxnSpPr>
            <a:cxnSpLocks/>
          </p:cNvCxnSpPr>
          <p:nvPr/>
        </p:nvCxnSpPr>
        <p:spPr>
          <a:xfrm flipV="1">
            <a:off x="4840457" y="2809629"/>
            <a:ext cx="0" cy="143608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8541066-79B6-4DB7-8242-D48C3CB679C0}"/>
              </a:ext>
            </a:extLst>
          </p:cNvPr>
          <p:cNvCxnSpPr>
            <a:cxnSpLocks/>
          </p:cNvCxnSpPr>
          <p:nvPr/>
        </p:nvCxnSpPr>
        <p:spPr>
          <a:xfrm flipV="1">
            <a:off x="6657534" y="2813536"/>
            <a:ext cx="0" cy="143608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00D786-990D-46D8-89C3-CAB3B9FC6453}"/>
                  </a:ext>
                </a:extLst>
              </p:cNvPr>
              <p:cNvSpPr txBox="1"/>
              <p:nvPr/>
            </p:nvSpPr>
            <p:spPr>
              <a:xfrm>
                <a:off x="2817484" y="3091191"/>
                <a:ext cx="497215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000" i="1" dirty="0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1000" dirty="0">
                  <a:latin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00D786-990D-46D8-89C3-CAB3B9FC64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7484" y="3091191"/>
                <a:ext cx="497215" cy="2462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F66C7BF-B542-494C-A388-AE686D084FA8}"/>
                  </a:ext>
                </a:extLst>
              </p:cNvPr>
              <p:cNvSpPr txBox="1"/>
              <p:nvPr/>
            </p:nvSpPr>
            <p:spPr>
              <a:xfrm>
                <a:off x="4638225" y="3076048"/>
                <a:ext cx="36576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sz="1000" dirty="0">
                  <a:solidFill>
                    <a:srgbClr val="00B050"/>
                  </a:solidFill>
                  <a:latin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F66C7BF-B542-494C-A388-AE686D084F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8225" y="3076048"/>
                <a:ext cx="365760" cy="2462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D2BA259-35AD-44B2-BA3A-633C985EC4C0}"/>
                  </a:ext>
                </a:extLst>
              </p:cNvPr>
              <p:cNvSpPr txBox="1"/>
              <p:nvPr/>
            </p:nvSpPr>
            <p:spPr>
              <a:xfrm>
                <a:off x="6364203" y="3106821"/>
                <a:ext cx="576347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00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1000" dirty="0">
                  <a:solidFill>
                    <a:srgbClr val="00B0F0"/>
                  </a:solidFill>
                  <a:latin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D2BA259-35AD-44B2-BA3A-633C985EC4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4203" y="3106821"/>
                <a:ext cx="576347" cy="2462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EA0354D-1E3B-46DB-B732-02D1A97E93EF}"/>
                  </a:ext>
                </a:extLst>
              </p:cNvPr>
              <p:cNvSpPr txBox="1"/>
              <p:nvPr/>
            </p:nvSpPr>
            <p:spPr>
              <a:xfrm>
                <a:off x="531836" y="4428757"/>
                <a:ext cx="10511303" cy="17191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9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At (k) (</a:t>
                </a:r>
                <a:r>
                  <a:rPr lang="en-US" dirty="0" err="1">
                    <a:latin typeface="Helvetica" panose="020B0604020202020204" pitchFamily="34" charset="0"/>
                    <a:cs typeface="Helvetica" panose="020B0604020202020204" pitchFamily="34" charset="0"/>
                  </a:rPr>
                  <a:t>traci.simulation.getTime</a:t>
                </a:r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()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), </a:t>
                </a:r>
                <a:r>
                  <a:rPr lang="en-US" sz="1800" dirty="0" err="1">
                    <a:latin typeface="Helvetica" panose="020B0604020202020204" pitchFamily="34" charset="0"/>
                    <a:cs typeface="Helvetica" panose="020B0604020202020204" pitchFamily="34" charset="0"/>
                  </a:rPr>
                  <a:t>getSpeed</a:t>
                </a:r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return speed at (k-1), </a:t>
                </a:r>
                <a:r>
                  <a:rPr lang="en-US" sz="1800" dirty="0" err="1">
                    <a:latin typeface="Helvetica" panose="020B0604020202020204" pitchFamily="34" charset="0"/>
                    <a:cs typeface="Helvetica" panose="020B0604020202020204" pitchFamily="34" charset="0"/>
                  </a:rPr>
                  <a:t>getAcceleration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return acceleration at (k-2)</a:t>
                </a:r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, if using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−2)</m:t>
                    </m:r>
                  </m:oMath>
                </a14:m>
                <a:endParaRPr lang="en-US" sz="18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285750" indent="-285750">
                  <a:lnSpc>
                    <a:spcPct val="90000"/>
                  </a:lnSpc>
                  <a:buFont typeface="Arial" panose="020B0604020202020204" pitchFamily="34" charset="0"/>
                  <a:buChar char="•"/>
                </a:pPr>
                <a:r>
                  <a:rPr lang="en-US" dirty="0" err="1">
                    <a:latin typeface="Helvetica" panose="020B0604020202020204" pitchFamily="34" charset="0"/>
                    <a:cs typeface="Helvetica" panose="020B0604020202020204" pitchFamily="34" charset="0"/>
                  </a:rPr>
                  <a:t>setPreviousSpeed</a:t>
                </a:r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at (k) will change speed (k-1), then SUMO calculate acceleration (k-1), return speed (k) at (k+1)</a:t>
                </a:r>
              </a:p>
              <a:p>
                <a:pPr marL="285750" indent="-285750">
                  <a:lnSpc>
                    <a:spcPct val="9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 err="1">
                    <a:latin typeface="Helvetica" panose="020B0604020202020204" pitchFamily="34" charset="0"/>
                    <a:cs typeface="Helvetica" panose="020B0604020202020204" pitchFamily="34" charset="0"/>
                  </a:rPr>
                  <a:t>setSpee</a:t>
                </a:r>
                <a:r>
                  <a:rPr lang="en-US" dirty="0" err="1">
                    <a:latin typeface="Helvetica" panose="020B0604020202020204" pitchFamily="34" charset="0"/>
                    <a:cs typeface="Helvetica" panose="020B0604020202020204" pitchFamily="34" charset="0"/>
                  </a:rPr>
                  <a:t>d</a:t>
                </a:r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at (k) will change speed (k)</a:t>
                </a:r>
              </a:p>
              <a:p>
                <a:pPr marL="285750" indent="-285750">
                  <a:lnSpc>
                    <a:spcPct val="9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Helvetica" panose="020B0604020202020204" pitchFamily="34" charset="0"/>
                      </a:rPr>
                      <m:t>𝑑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Helvetica" panose="020B0604020202020204" pitchFamily="34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Helvetica" panose="020B0604020202020204" pitchFamily="34" charset="0"/>
                          </a:rPr>
                          <m:t>𝑘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Helvetica" panose="020B0604020202020204" pitchFamily="34" charset="0"/>
                          </a:rPr>
                          <m:t>+1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cs typeface="Helvetica" panose="020B0604020202020204" pitchFamily="34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Helvetica" panose="020B0604020202020204" pitchFamily="34" charset="0"/>
                      </a:rPr>
                      <m:t>𝑑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Helvetica" panose="020B0604020202020204" pitchFamily="34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Helvetica" panose="020B0604020202020204" pitchFamily="34" charset="0"/>
                          </a:rPr>
                          <m:t>𝑘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cs typeface="Helvetica" panose="020B0604020202020204" pitchFamily="34" charset="0"/>
                      </a:rPr>
                      <m:t>+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Helvetica" panose="020B0604020202020204" pitchFamily="34" charset="0"/>
                      </a:rPr>
                      <m:t>𝑑𝑡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Helvetica" panose="020B0604020202020204" pitchFamily="34" charset="0"/>
                      </a:rPr>
                      <m:t>⋅</m:t>
                    </m:r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Helvetica" panose="020B0604020202020204" pitchFamily="34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Helvetica" panose="020B0604020202020204" pitchFamily="34" charset="0"/>
                          </a:rPr>
                          <m:t>𝑣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cs typeface="Helvetica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Helvetica" panose="020B0604020202020204" pitchFamily="34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Helvetica" panose="020B0604020202020204" pitchFamily="34" charset="0"/>
                          </a:rPr>
                          <m:t>+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Helvetica" panose="020B0604020202020204" pitchFamily="34" charset="0"/>
                          </a:rPr>
                          <m:t>𝑣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cs typeface="Helvetica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Helvetica" panose="020B0604020202020204" pitchFamily="34" charset="0"/>
                              </a:rPr>
                              <m:t>𝑡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Helvetica" panose="020B0604020202020204" pitchFamily="34" charset="0"/>
                              </a:rPr>
                              <m:t>+1</m:t>
                            </m:r>
                          </m:e>
                        </m:d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Helvetica" panose="020B0604020202020204" pitchFamily="34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18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EA0354D-1E3B-46DB-B732-02D1A97E93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836" y="4428757"/>
                <a:ext cx="10511303" cy="1719125"/>
              </a:xfrm>
              <a:prstGeom prst="rect">
                <a:avLst/>
              </a:prstGeom>
              <a:blipFill>
                <a:blip r:embed="rId5"/>
                <a:stretch>
                  <a:fillRect l="-348" t="-35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val 9">
            <a:extLst>
              <a:ext uri="{FF2B5EF4-FFF2-40B4-BE49-F238E27FC236}">
                <a16:creationId xmlns:a16="http://schemas.microsoft.com/office/drawing/2014/main" id="{6466597E-8FEF-4A91-82C0-70A06CD5FA36}"/>
              </a:ext>
            </a:extLst>
          </p:cNvPr>
          <p:cNvSpPr/>
          <p:nvPr/>
        </p:nvSpPr>
        <p:spPr>
          <a:xfrm>
            <a:off x="2930770" y="1219200"/>
            <a:ext cx="148493" cy="14849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50000"/>
              </a:schemeClr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Multiplication Sign 10">
            <a:extLst>
              <a:ext uri="{FF2B5EF4-FFF2-40B4-BE49-F238E27FC236}">
                <a16:creationId xmlns:a16="http://schemas.microsoft.com/office/drawing/2014/main" id="{BE17A746-3881-4963-A391-B8186699BD3A}"/>
              </a:ext>
            </a:extLst>
          </p:cNvPr>
          <p:cNvSpPr/>
          <p:nvPr/>
        </p:nvSpPr>
        <p:spPr>
          <a:xfrm>
            <a:off x="2856523" y="1674935"/>
            <a:ext cx="267677" cy="267677"/>
          </a:xfrm>
          <a:prstGeom prst="mathMultiply">
            <a:avLst/>
          </a:prstGeom>
          <a:solidFill>
            <a:schemeClr val="bg1">
              <a:lumMod val="50000"/>
            </a:schemeClr>
          </a:solidFill>
          <a:ln w="38100">
            <a:noFill/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1108F7D-A8FE-4D06-8DEF-4D3FEBF741ED}"/>
                  </a:ext>
                </a:extLst>
              </p:cNvPr>
              <p:cNvSpPr txBox="1"/>
              <p:nvPr/>
            </p:nvSpPr>
            <p:spPr>
              <a:xfrm>
                <a:off x="2909803" y="1848545"/>
                <a:ext cx="875285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10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0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sz="10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0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0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en-US" sz="1000" dirty="0">
                  <a:solidFill>
                    <a:srgbClr val="00B050"/>
                  </a:solidFill>
                  <a:latin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1108F7D-A8FE-4D06-8DEF-4D3FEBF741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9803" y="1848545"/>
                <a:ext cx="875285" cy="246221"/>
              </a:xfrm>
              <a:prstGeom prst="rect">
                <a:avLst/>
              </a:prstGeom>
              <a:blipFill>
                <a:blip r:embed="rId6"/>
                <a:stretch>
                  <a:fillRect b="-48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747DCCB-41BC-4496-90B5-296831CA350A}"/>
                  </a:ext>
                </a:extLst>
              </p:cNvPr>
              <p:cNvSpPr txBox="1"/>
              <p:nvPr/>
            </p:nvSpPr>
            <p:spPr>
              <a:xfrm>
                <a:off x="3048000" y="1278511"/>
                <a:ext cx="66333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0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0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0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en-US" sz="1000" dirty="0">
                  <a:solidFill>
                    <a:srgbClr val="00B050"/>
                  </a:solidFill>
                  <a:latin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747DCCB-41BC-4496-90B5-296831CA35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1278511"/>
                <a:ext cx="663330" cy="246221"/>
              </a:xfrm>
              <a:prstGeom prst="rect">
                <a:avLst/>
              </a:prstGeom>
              <a:blipFill>
                <a:blip r:embed="rId7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1C870B4-42A4-4044-AD4D-44DC58D5262B}"/>
              </a:ext>
            </a:extLst>
          </p:cNvPr>
          <p:cNvCxnSpPr>
            <a:cxnSpLocks/>
            <a:stCxn id="10" idx="7"/>
          </p:cNvCxnSpPr>
          <p:nvPr/>
        </p:nvCxnSpPr>
        <p:spPr>
          <a:xfrm flipV="1">
            <a:off x="3057517" y="509588"/>
            <a:ext cx="1645452" cy="731358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944D3BB-A3F7-47E1-A882-E3595656C1A1}"/>
                  </a:ext>
                </a:extLst>
              </p:cNvPr>
              <p:cNvSpPr txBox="1"/>
              <p:nvPr/>
            </p:nvSpPr>
            <p:spPr>
              <a:xfrm>
                <a:off x="3284757" y="557909"/>
                <a:ext cx="875285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10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0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en-US" sz="100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00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00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en-US" sz="1000" dirty="0">
                  <a:solidFill>
                    <a:srgbClr val="00B0F0"/>
                  </a:solidFill>
                  <a:latin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944D3BB-A3F7-47E1-A882-E3595656C1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4757" y="557909"/>
                <a:ext cx="875285" cy="246221"/>
              </a:xfrm>
              <a:prstGeom prst="rect">
                <a:avLst/>
              </a:prstGeom>
              <a:blipFill>
                <a:blip r:embed="rId8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Multiplication Sign 23">
            <a:extLst>
              <a:ext uri="{FF2B5EF4-FFF2-40B4-BE49-F238E27FC236}">
                <a16:creationId xmlns:a16="http://schemas.microsoft.com/office/drawing/2014/main" id="{20E05D83-F6F3-41D2-A865-3862E7EFE650}"/>
              </a:ext>
            </a:extLst>
          </p:cNvPr>
          <p:cNvSpPr/>
          <p:nvPr/>
        </p:nvSpPr>
        <p:spPr>
          <a:xfrm>
            <a:off x="4647223" y="368300"/>
            <a:ext cx="267677" cy="267677"/>
          </a:xfrm>
          <a:prstGeom prst="mathMultiply">
            <a:avLst/>
          </a:prstGeom>
          <a:solidFill>
            <a:schemeClr val="bg1">
              <a:lumMod val="50000"/>
            </a:schemeClr>
          </a:solidFill>
          <a:ln w="38100">
            <a:noFill/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8D6C1F3-9E06-44DB-8727-BC3EBD20CC48}"/>
                  </a:ext>
                </a:extLst>
              </p:cNvPr>
              <p:cNvSpPr txBox="1"/>
              <p:nvPr/>
            </p:nvSpPr>
            <p:spPr>
              <a:xfrm>
                <a:off x="4322678" y="146050"/>
                <a:ext cx="875285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10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0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sz="100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00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00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dirty="0">
                  <a:solidFill>
                    <a:srgbClr val="00B0F0"/>
                  </a:solidFill>
                  <a:latin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8D6C1F3-9E06-44DB-8727-BC3EBD20CC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2678" y="146050"/>
                <a:ext cx="875285" cy="246221"/>
              </a:xfrm>
              <a:prstGeom prst="rect">
                <a:avLst/>
              </a:prstGeom>
              <a:blipFill>
                <a:blip r:embed="rId9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84D502F-A34E-4999-A788-5903C5EAAF55}"/>
              </a:ext>
            </a:extLst>
          </p:cNvPr>
          <p:cNvCxnSpPr>
            <a:cxnSpLocks/>
          </p:cNvCxnSpPr>
          <p:nvPr/>
        </p:nvCxnSpPr>
        <p:spPr>
          <a:xfrm flipV="1">
            <a:off x="3078577" y="952500"/>
            <a:ext cx="1626773" cy="326782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5CF69C8-4F44-4320-A881-21B413612B27}"/>
                  </a:ext>
                </a:extLst>
              </p:cNvPr>
              <p:cNvSpPr txBox="1"/>
              <p:nvPr/>
            </p:nvSpPr>
            <p:spPr>
              <a:xfrm>
                <a:off x="3595908" y="1100834"/>
                <a:ext cx="875285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00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00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00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en-US" sz="1000" dirty="0">
                  <a:solidFill>
                    <a:srgbClr val="00B0F0"/>
                  </a:solidFill>
                  <a:latin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5CF69C8-4F44-4320-A881-21B413612B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5908" y="1100834"/>
                <a:ext cx="875285" cy="246221"/>
              </a:xfrm>
              <a:prstGeom prst="rect">
                <a:avLst/>
              </a:prstGeom>
              <a:blipFill>
                <a:blip r:embed="rId10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D53B556-BC50-4DCD-91CC-D4919DAFF962}"/>
                  </a:ext>
                </a:extLst>
              </p:cNvPr>
              <p:cNvSpPr txBox="1"/>
              <p:nvPr/>
            </p:nvSpPr>
            <p:spPr>
              <a:xfrm>
                <a:off x="4296545" y="1005461"/>
                <a:ext cx="875285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00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00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00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dirty="0">
                  <a:solidFill>
                    <a:srgbClr val="00B0F0"/>
                  </a:solidFill>
                  <a:latin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D53B556-BC50-4DCD-91CC-D4919DAFF9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6545" y="1005461"/>
                <a:ext cx="875285" cy="246221"/>
              </a:xfrm>
              <a:prstGeom prst="rect">
                <a:avLst/>
              </a:prstGeom>
              <a:blipFill>
                <a:blip r:embed="rId11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Oval 29">
            <a:extLst>
              <a:ext uri="{FF2B5EF4-FFF2-40B4-BE49-F238E27FC236}">
                <a16:creationId xmlns:a16="http://schemas.microsoft.com/office/drawing/2014/main" id="{0373D959-D494-46DD-855F-2AD1109D1B37}"/>
              </a:ext>
            </a:extLst>
          </p:cNvPr>
          <p:cNvSpPr/>
          <p:nvPr/>
        </p:nvSpPr>
        <p:spPr>
          <a:xfrm>
            <a:off x="4721470" y="857250"/>
            <a:ext cx="148493" cy="14849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50000"/>
              </a:schemeClr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F52AAFE-B761-4141-B13B-062A2156CA29}"/>
              </a:ext>
            </a:extLst>
          </p:cNvPr>
          <p:cNvCxnSpPr>
            <a:cxnSpLocks/>
          </p:cNvCxnSpPr>
          <p:nvPr/>
        </p:nvCxnSpPr>
        <p:spPr>
          <a:xfrm>
            <a:off x="4850227" y="968131"/>
            <a:ext cx="1760123" cy="847969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Multiplication Sign 32">
            <a:extLst>
              <a:ext uri="{FF2B5EF4-FFF2-40B4-BE49-F238E27FC236}">
                <a16:creationId xmlns:a16="http://schemas.microsoft.com/office/drawing/2014/main" id="{0B540783-DAB2-4B7E-AD39-60DB48AE6CB3}"/>
              </a:ext>
            </a:extLst>
          </p:cNvPr>
          <p:cNvSpPr/>
          <p:nvPr/>
        </p:nvSpPr>
        <p:spPr>
          <a:xfrm>
            <a:off x="6507773" y="1681285"/>
            <a:ext cx="267677" cy="267677"/>
          </a:xfrm>
          <a:prstGeom prst="mathMultiply">
            <a:avLst/>
          </a:prstGeom>
          <a:solidFill>
            <a:schemeClr val="bg1">
              <a:lumMod val="50000"/>
            </a:schemeClr>
          </a:solidFill>
          <a:ln w="38100">
            <a:noFill/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4DBF5C2-80DA-46BF-8202-C01BE0B1620F}"/>
                  </a:ext>
                </a:extLst>
              </p:cNvPr>
              <p:cNvSpPr txBox="1"/>
              <p:nvPr/>
            </p:nvSpPr>
            <p:spPr>
              <a:xfrm>
                <a:off x="6218153" y="1892995"/>
                <a:ext cx="875285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10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000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sz="1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000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000" b="0" i="1" dirty="0" smtClean="0">
                          <a:latin typeface="Cambria Math" panose="02040503050406030204" pitchFamily="18" charset="0"/>
                        </a:rPr>
                        <m:t>+1</m:t>
                      </m:r>
                      <m:r>
                        <a:rPr lang="en-US" sz="10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dirty="0">
                  <a:latin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4DBF5C2-80DA-46BF-8202-C01BE0B162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8153" y="1892995"/>
                <a:ext cx="875285" cy="246221"/>
              </a:xfrm>
              <a:prstGeom prst="rect">
                <a:avLst/>
              </a:prstGeom>
              <a:blipFill>
                <a:blip r:embed="rId12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152BE50-2BBE-45E7-AD83-63D9B7FF38C3}"/>
                  </a:ext>
                </a:extLst>
              </p:cNvPr>
              <p:cNvSpPr txBox="1"/>
              <p:nvPr/>
            </p:nvSpPr>
            <p:spPr>
              <a:xfrm>
                <a:off x="5226270" y="1418334"/>
                <a:ext cx="875285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10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000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en-US" sz="1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000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0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dirty="0">
                  <a:latin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152BE50-2BBE-45E7-AD83-63D9B7FF38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6270" y="1418334"/>
                <a:ext cx="875285" cy="246221"/>
              </a:xfrm>
              <a:prstGeom prst="rect">
                <a:avLst/>
              </a:prstGeom>
              <a:blipFill>
                <a:blip r:embed="rId13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Oval 37">
            <a:extLst>
              <a:ext uri="{FF2B5EF4-FFF2-40B4-BE49-F238E27FC236}">
                <a16:creationId xmlns:a16="http://schemas.microsoft.com/office/drawing/2014/main" id="{EC32F594-6A34-441F-B24C-4CFE6BCD476D}"/>
              </a:ext>
            </a:extLst>
          </p:cNvPr>
          <p:cNvSpPr/>
          <p:nvPr/>
        </p:nvSpPr>
        <p:spPr>
          <a:xfrm>
            <a:off x="6556620" y="1314450"/>
            <a:ext cx="148493" cy="14849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50000"/>
              </a:schemeClr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E4A9E8B-2F24-48AC-8DBC-6EAC7CBC05C3}"/>
                  </a:ext>
                </a:extLst>
              </p:cNvPr>
              <p:cNvSpPr txBox="1"/>
              <p:nvPr/>
            </p:nvSpPr>
            <p:spPr>
              <a:xfrm>
                <a:off x="6249903" y="1003995"/>
                <a:ext cx="875285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000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000" b="0" i="1" dirty="0" smtClean="0">
                          <a:latin typeface="Cambria Math" panose="02040503050406030204" pitchFamily="18" charset="0"/>
                        </a:rPr>
                        <m:t>+1</m:t>
                      </m:r>
                      <m:r>
                        <a:rPr lang="en-US" sz="10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dirty="0">
                  <a:latin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E4A9E8B-2F24-48AC-8DBC-6EAC7CBC05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9903" y="1003995"/>
                <a:ext cx="875285" cy="246221"/>
              </a:xfrm>
              <a:prstGeom prst="rect">
                <a:avLst/>
              </a:prstGeom>
              <a:blipFill>
                <a:blip r:embed="rId14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1C29A52-DBB5-4C1D-9763-6F58BF4EEF30}"/>
                  </a:ext>
                </a:extLst>
              </p:cNvPr>
              <p:cNvSpPr txBox="1"/>
              <p:nvPr/>
            </p:nvSpPr>
            <p:spPr>
              <a:xfrm>
                <a:off x="5410420" y="872234"/>
                <a:ext cx="875285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000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0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dirty="0">
                  <a:latin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1C29A52-DBB5-4C1D-9763-6F58BF4EEF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0420" y="872234"/>
                <a:ext cx="875285" cy="246221"/>
              </a:xfrm>
              <a:prstGeom prst="rect">
                <a:avLst/>
              </a:prstGeom>
              <a:blipFill>
                <a:blip r:embed="rId15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2E07092D-C9AB-414A-9272-DB7A2ED00817}"/>
                  </a:ext>
                </a:extLst>
              </p:cNvPr>
              <p:cNvSpPr txBox="1"/>
              <p:nvPr/>
            </p:nvSpPr>
            <p:spPr>
              <a:xfrm>
                <a:off x="8010768" y="1394042"/>
                <a:ext cx="3884247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̅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lang="en-US" sz="1800" b="0" i="1" dirty="0">
                    <a:latin typeface="Cambria Math" panose="02040503050406030204" pitchFamily="18" charset="0"/>
                  </a:rPr>
                  <a:t> </a:t>
                </a:r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speed, acceleration from SUMO driver command</a:t>
                </a:r>
              </a:p>
              <a:p>
                <a14:m>
                  <m:oMath xmlns:m="http://schemas.openxmlformats.org/officeDocument/2006/math"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actual speed, acceleration  (send to </a:t>
                </a:r>
                <a:r>
                  <a:rPr lang="en-US" dirty="0" err="1">
                    <a:latin typeface="Helvetica" panose="020B0604020202020204" pitchFamily="34" charset="0"/>
                    <a:cs typeface="Helvetica" panose="020B0604020202020204" pitchFamily="34" charset="0"/>
                  </a:rPr>
                  <a:t>setPreviousSpeed</a:t>
                </a:r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2E07092D-C9AB-414A-9272-DB7A2ED008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0768" y="1394042"/>
                <a:ext cx="3884247" cy="1200329"/>
              </a:xfrm>
              <a:prstGeom prst="rect">
                <a:avLst/>
              </a:prstGeom>
              <a:blipFill>
                <a:blip r:embed="rId16"/>
                <a:stretch>
                  <a:fillRect l="-1256" t="-3046" r="-1727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D4B4DEE7-368D-4A6A-9494-70A5B0EFAA55}"/>
              </a:ext>
            </a:extLst>
          </p:cNvPr>
          <p:cNvCxnSpPr>
            <a:cxnSpLocks/>
          </p:cNvCxnSpPr>
          <p:nvPr/>
        </p:nvCxnSpPr>
        <p:spPr>
          <a:xfrm>
            <a:off x="1419471" y="396143"/>
            <a:ext cx="4952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DA91ED6-04A9-40A6-89DC-DBF8885BE075}"/>
              </a:ext>
            </a:extLst>
          </p:cNvPr>
          <p:cNvCxnSpPr>
            <a:cxnSpLocks/>
          </p:cNvCxnSpPr>
          <p:nvPr/>
        </p:nvCxnSpPr>
        <p:spPr>
          <a:xfrm>
            <a:off x="1462456" y="783005"/>
            <a:ext cx="4952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86419122-8B28-4B96-9AEB-0AFEFE1FBEE2}"/>
              </a:ext>
            </a:extLst>
          </p:cNvPr>
          <p:cNvSpPr txBox="1"/>
          <p:nvPr/>
        </p:nvSpPr>
        <p:spPr>
          <a:xfrm>
            <a:off x="689257" y="265441"/>
            <a:ext cx="8752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Helvetica" panose="020B0604020202020204" pitchFamily="34" charset="0"/>
              </a:rPr>
              <a:t>Actual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FE19DDC-40D4-46DB-BDE6-41CFC7A1633D}"/>
              </a:ext>
            </a:extLst>
          </p:cNvPr>
          <p:cNvSpPr txBox="1"/>
          <p:nvPr/>
        </p:nvSpPr>
        <p:spPr>
          <a:xfrm>
            <a:off x="654088" y="652302"/>
            <a:ext cx="8752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Helvetica" panose="020B0604020202020204" pitchFamily="34" charset="0"/>
              </a:rPr>
              <a:t>Command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4422589-2920-432B-BDB4-E9158C1966E3}"/>
              </a:ext>
            </a:extLst>
          </p:cNvPr>
          <p:cNvCxnSpPr>
            <a:cxnSpLocks/>
          </p:cNvCxnSpPr>
          <p:nvPr/>
        </p:nvCxnSpPr>
        <p:spPr>
          <a:xfrm>
            <a:off x="1242646" y="1187938"/>
            <a:ext cx="1708150" cy="112347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71434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5D82BF7-A027-4483-850F-E0DD952725D4}"/>
              </a:ext>
            </a:extLst>
          </p:cNvPr>
          <p:cNvCxnSpPr>
            <a:cxnSpLocks/>
          </p:cNvCxnSpPr>
          <p:nvPr/>
        </p:nvCxnSpPr>
        <p:spPr>
          <a:xfrm>
            <a:off x="1758461" y="793263"/>
            <a:ext cx="0" cy="49784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9E62D7E-7EA6-4E05-BEEC-563094359E2A}"/>
              </a:ext>
            </a:extLst>
          </p:cNvPr>
          <p:cNvCxnSpPr>
            <a:cxnSpLocks/>
          </p:cNvCxnSpPr>
          <p:nvPr/>
        </p:nvCxnSpPr>
        <p:spPr>
          <a:xfrm>
            <a:off x="3716215" y="793263"/>
            <a:ext cx="0" cy="49784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3D9FFBA-181C-4732-A54F-D809858A27A6}"/>
              </a:ext>
            </a:extLst>
          </p:cNvPr>
          <p:cNvCxnSpPr/>
          <p:nvPr/>
        </p:nvCxnSpPr>
        <p:spPr>
          <a:xfrm>
            <a:off x="1755042" y="1148863"/>
            <a:ext cx="132862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8F21F84-5464-4537-B719-1705582ACCB3}"/>
              </a:ext>
            </a:extLst>
          </p:cNvPr>
          <p:cNvCxnSpPr/>
          <p:nvPr/>
        </p:nvCxnSpPr>
        <p:spPr>
          <a:xfrm>
            <a:off x="1751135" y="807184"/>
            <a:ext cx="132862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8330734-DFB8-48E6-9A05-CF73AA4DCA3A}"/>
              </a:ext>
            </a:extLst>
          </p:cNvPr>
          <p:cNvCxnSpPr/>
          <p:nvPr/>
        </p:nvCxnSpPr>
        <p:spPr>
          <a:xfrm>
            <a:off x="1752479" y="1431316"/>
            <a:ext cx="132862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7CB0A38-BDF4-4609-9932-EB86CF4361EA}"/>
              </a:ext>
            </a:extLst>
          </p:cNvPr>
          <p:cNvCxnSpPr/>
          <p:nvPr/>
        </p:nvCxnSpPr>
        <p:spPr>
          <a:xfrm>
            <a:off x="1758461" y="1835641"/>
            <a:ext cx="132862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A5FA3E8-785F-4D25-9B18-563C5D539FCD}"/>
              </a:ext>
            </a:extLst>
          </p:cNvPr>
          <p:cNvCxnSpPr/>
          <p:nvPr/>
        </p:nvCxnSpPr>
        <p:spPr>
          <a:xfrm>
            <a:off x="1745761" y="3240457"/>
            <a:ext cx="132862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B91544E-2296-41AC-A627-7F1BC2B34380}"/>
              </a:ext>
            </a:extLst>
          </p:cNvPr>
          <p:cNvCxnSpPr/>
          <p:nvPr/>
        </p:nvCxnSpPr>
        <p:spPr>
          <a:xfrm>
            <a:off x="1758461" y="3640507"/>
            <a:ext cx="132862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78EB34A-E471-4488-8E19-F12B6B5E356B}"/>
              </a:ext>
            </a:extLst>
          </p:cNvPr>
          <p:cNvCxnSpPr/>
          <p:nvPr/>
        </p:nvCxnSpPr>
        <p:spPr>
          <a:xfrm>
            <a:off x="1764811" y="5353541"/>
            <a:ext cx="132862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F691D57-3C20-4527-83C8-4CC1666B906E}"/>
              </a:ext>
            </a:extLst>
          </p:cNvPr>
          <p:cNvCxnSpPr>
            <a:cxnSpLocks/>
          </p:cNvCxnSpPr>
          <p:nvPr/>
        </p:nvCxnSpPr>
        <p:spPr>
          <a:xfrm>
            <a:off x="1758461" y="3240944"/>
            <a:ext cx="0" cy="41255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3C42B4C-24CA-4CD8-A252-8D372F2ACD8A}"/>
              </a:ext>
            </a:extLst>
          </p:cNvPr>
          <p:cNvCxnSpPr>
            <a:cxnSpLocks/>
          </p:cNvCxnSpPr>
          <p:nvPr/>
        </p:nvCxnSpPr>
        <p:spPr>
          <a:xfrm>
            <a:off x="1758461" y="1418615"/>
            <a:ext cx="0" cy="41255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485D578-9EE2-4CF3-B0C0-597C806A0F34}"/>
              </a:ext>
            </a:extLst>
          </p:cNvPr>
          <p:cNvCxnSpPr>
            <a:cxnSpLocks/>
          </p:cNvCxnSpPr>
          <p:nvPr/>
        </p:nvCxnSpPr>
        <p:spPr>
          <a:xfrm>
            <a:off x="1758461" y="789965"/>
            <a:ext cx="0" cy="358776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2EF6E5B-6374-4D65-8F3E-61E8EE708329}"/>
              </a:ext>
            </a:extLst>
          </p:cNvPr>
          <p:cNvCxnSpPr>
            <a:cxnSpLocks/>
          </p:cNvCxnSpPr>
          <p:nvPr/>
        </p:nvCxnSpPr>
        <p:spPr>
          <a:xfrm>
            <a:off x="1758461" y="5342915"/>
            <a:ext cx="0" cy="41255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E98E806-1B0B-4CFA-BEE0-BF5D50158CF2}"/>
              </a:ext>
            </a:extLst>
          </p:cNvPr>
          <p:cNvSpPr txBox="1"/>
          <p:nvPr/>
        </p:nvSpPr>
        <p:spPr>
          <a:xfrm>
            <a:off x="1371640" y="676629"/>
            <a:ext cx="365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Helvetica" panose="020B0604020202020204" pitchFamily="34" charset="0"/>
              </a:rPr>
              <a:t>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59B0A8-1007-4B4C-A87E-7FC1872992BF}"/>
              </a:ext>
            </a:extLst>
          </p:cNvPr>
          <p:cNvSpPr txBox="1"/>
          <p:nvPr/>
        </p:nvSpPr>
        <p:spPr>
          <a:xfrm>
            <a:off x="1371640" y="996669"/>
            <a:ext cx="365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Helvetica" panose="020B0604020202020204" pitchFamily="34" charset="0"/>
              </a:rPr>
              <a:t>0.1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F06C35D-E8B7-4AAF-912E-7195FF2C052C}"/>
              </a:ext>
            </a:extLst>
          </p:cNvPr>
          <p:cNvSpPr txBox="1"/>
          <p:nvPr/>
        </p:nvSpPr>
        <p:spPr>
          <a:xfrm>
            <a:off x="1371640" y="1316709"/>
            <a:ext cx="365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Helvetica" panose="020B0604020202020204" pitchFamily="34" charset="0"/>
              </a:rPr>
              <a:t>0.1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E31B76-4CD3-4DF3-9923-BA7DD686E2A7}"/>
              </a:ext>
            </a:extLst>
          </p:cNvPr>
          <p:cNvSpPr txBox="1"/>
          <p:nvPr/>
        </p:nvSpPr>
        <p:spPr>
          <a:xfrm>
            <a:off x="1371640" y="1674849"/>
            <a:ext cx="365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Helvetica" panose="020B0604020202020204" pitchFamily="34" charset="0"/>
              </a:rPr>
              <a:t>0.2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3D3663-2A44-4DA1-89F7-A6E55293CCC8}"/>
              </a:ext>
            </a:extLst>
          </p:cNvPr>
          <p:cNvSpPr txBox="1"/>
          <p:nvPr/>
        </p:nvSpPr>
        <p:spPr>
          <a:xfrm>
            <a:off x="1371640" y="3115225"/>
            <a:ext cx="365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Helvetica" panose="020B0604020202020204" pitchFamily="34" charset="0"/>
              </a:rPr>
              <a:t>0.2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9DA3745-F701-4F50-896C-72A9E97BCD62}"/>
              </a:ext>
            </a:extLst>
          </p:cNvPr>
          <p:cNvSpPr txBox="1"/>
          <p:nvPr/>
        </p:nvSpPr>
        <p:spPr>
          <a:xfrm>
            <a:off x="1371640" y="3534325"/>
            <a:ext cx="365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Helvetica" panose="020B0604020202020204" pitchFamily="34" charset="0"/>
              </a:rPr>
              <a:t>0.3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D6605BF-9A11-4589-BD44-C84A99AEA21B}"/>
              </a:ext>
            </a:extLst>
          </p:cNvPr>
          <p:cNvSpPr txBox="1"/>
          <p:nvPr/>
        </p:nvSpPr>
        <p:spPr>
          <a:xfrm>
            <a:off x="1371640" y="5233389"/>
            <a:ext cx="365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Helvetica" panose="020B0604020202020204" pitchFamily="34" charset="0"/>
              </a:rPr>
              <a:t>0.3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775F35C-CFE7-4071-85D5-E450DD78BF00}"/>
              </a:ext>
            </a:extLst>
          </p:cNvPr>
          <p:cNvSpPr txBox="1"/>
          <p:nvPr/>
        </p:nvSpPr>
        <p:spPr>
          <a:xfrm>
            <a:off x="341923" y="829029"/>
            <a:ext cx="102209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Helvetica" panose="020B0604020202020204" pitchFamily="34" charset="0"/>
              </a:rPr>
              <a:t>Run one-step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8B0D2F9-97CC-49AB-A2F5-937E2908057B}"/>
              </a:ext>
            </a:extLst>
          </p:cNvPr>
          <p:cNvSpPr txBox="1"/>
          <p:nvPr/>
        </p:nvSpPr>
        <p:spPr>
          <a:xfrm>
            <a:off x="341923" y="1461489"/>
            <a:ext cx="102209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Helvetica" panose="020B0604020202020204" pitchFamily="34" charset="0"/>
              </a:rPr>
              <a:t>Run one-step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B27A3CF-A994-4B34-9401-18D665390893}"/>
              </a:ext>
            </a:extLst>
          </p:cNvPr>
          <p:cNvSpPr txBox="1"/>
          <p:nvPr/>
        </p:nvSpPr>
        <p:spPr>
          <a:xfrm>
            <a:off x="341923" y="3320965"/>
            <a:ext cx="102209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Helvetica" panose="020B0604020202020204" pitchFamily="34" charset="0"/>
              </a:rPr>
              <a:t>Run one-step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F2C2D0E-27D9-4141-BD5E-666AD17B3E38}"/>
              </a:ext>
            </a:extLst>
          </p:cNvPr>
          <p:cNvSpPr txBox="1"/>
          <p:nvPr/>
        </p:nvSpPr>
        <p:spPr>
          <a:xfrm>
            <a:off x="341923" y="1126209"/>
            <a:ext cx="102209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Helvetica" panose="020B0604020202020204" pitchFamily="34" charset="0"/>
              </a:rPr>
              <a:t>Wait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6B93504-0024-41ED-8F51-9AE3C7A06FF8}"/>
              </a:ext>
            </a:extLst>
          </p:cNvPr>
          <p:cNvSpPr txBox="1"/>
          <p:nvPr/>
        </p:nvSpPr>
        <p:spPr>
          <a:xfrm>
            <a:off x="341923" y="2551149"/>
            <a:ext cx="102209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Helvetica" panose="020B0604020202020204" pitchFamily="34" charset="0"/>
              </a:rPr>
              <a:t>Wait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30A5473-F16F-4CD0-9E4C-126DC72A40F6}"/>
              </a:ext>
            </a:extLst>
          </p:cNvPr>
          <p:cNvSpPr txBox="1"/>
          <p:nvPr/>
        </p:nvSpPr>
        <p:spPr>
          <a:xfrm>
            <a:off x="341923" y="4600929"/>
            <a:ext cx="102209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Helvetica" panose="020B0604020202020204" pitchFamily="34" charset="0"/>
              </a:rPr>
              <a:t>Wait</a:t>
            </a:r>
          </a:p>
        </p:txBody>
      </p:sp>
      <p:sp>
        <p:nvSpPr>
          <p:cNvPr id="35" name="Arrow: Down 34">
            <a:extLst>
              <a:ext uri="{FF2B5EF4-FFF2-40B4-BE49-F238E27FC236}">
                <a16:creationId xmlns:a16="http://schemas.microsoft.com/office/drawing/2014/main" id="{54ADEC95-B411-4B47-A7C8-116C9AC83B1E}"/>
              </a:ext>
            </a:extLst>
          </p:cNvPr>
          <p:cNvSpPr/>
          <p:nvPr/>
        </p:nvSpPr>
        <p:spPr>
          <a:xfrm>
            <a:off x="1219493" y="840448"/>
            <a:ext cx="234950" cy="266700"/>
          </a:xfrm>
          <a:prstGeom prst="downArrow">
            <a:avLst/>
          </a:prstGeom>
          <a:solidFill>
            <a:schemeClr val="bg1">
              <a:lumMod val="50000"/>
            </a:schemeClr>
          </a:solidFill>
          <a:ln w="38100">
            <a:noFill/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Arrow: Down 35">
            <a:extLst>
              <a:ext uri="{FF2B5EF4-FFF2-40B4-BE49-F238E27FC236}">
                <a16:creationId xmlns:a16="http://schemas.microsoft.com/office/drawing/2014/main" id="{9425DBDB-57C3-461D-A87D-65DAD262B710}"/>
              </a:ext>
            </a:extLst>
          </p:cNvPr>
          <p:cNvSpPr/>
          <p:nvPr/>
        </p:nvSpPr>
        <p:spPr>
          <a:xfrm>
            <a:off x="1206793" y="1481798"/>
            <a:ext cx="234950" cy="266700"/>
          </a:xfrm>
          <a:prstGeom prst="downArrow">
            <a:avLst/>
          </a:prstGeom>
          <a:solidFill>
            <a:schemeClr val="bg1">
              <a:lumMod val="50000"/>
            </a:schemeClr>
          </a:solidFill>
          <a:ln w="38100">
            <a:noFill/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CE02EBD5-FE76-489D-8B4D-CD37ABAC6F27}"/>
              </a:ext>
            </a:extLst>
          </p:cNvPr>
          <p:cNvSpPr/>
          <p:nvPr/>
        </p:nvSpPr>
        <p:spPr>
          <a:xfrm>
            <a:off x="1213143" y="3331114"/>
            <a:ext cx="234950" cy="266700"/>
          </a:xfrm>
          <a:prstGeom prst="downArrow">
            <a:avLst/>
          </a:prstGeom>
          <a:solidFill>
            <a:schemeClr val="bg1">
              <a:lumMod val="50000"/>
            </a:schemeClr>
          </a:solidFill>
          <a:ln w="38100">
            <a:noFill/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680F91C-6137-4D26-8405-9098D2001C1D}"/>
              </a:ext>
            </a:extLst>
          </p:cNvPr>
          <p:cNvCxnSpPr/>
          <p:nvPr/>
        </p:nvCxnSpPr>
        <p:spPr>
          <a:xfrm>
            <a:off x="3719928" y="805963"/>
            <a:ext cx="132862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F1CE1A9-42D5-4C42-BAA2-D6AA69BABDD6}"/>
              </a:ext>
            </a:extLst>
          </p:cNvPr>
          <p:cNvCxnSpPr/>
          <p:nvPr/>
        </p:nvCxnSpPr>
        <p:spPr>
          <a:xfrm>
            <a:off x="3707228" y="3000132"/>
            <a:ext cx="132862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6930D7C-3841-4F9A-969F-A18456DB8920}"/>
              </a:ext>
            </a:extLst>
          </p:cNvPr>
          <p:cNvCxnSpPr/>
          <p:nvPr/>
        </p:nvCxnSpPr>
        <p:spPr>
          <a:xfrm>
            <a:off x="3718951" y="5145455"/>
            <a:ext cx="132862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4E53A2CA-429D-4A58-A03C-C4C3DA908CA0}"/>
              </a:ext>
            </a:extLst>
          </p:cNvPr>
          <p:cNvSpPr txBox="1"/>
          <p:nvPr/>
        </p:nvSpPr>
        <p:spPr>
          <a:xfrm>
            <a:off x="3860841" y="2876269"/>
            <a:ext cx="365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Helvetica" panose="020B0604020202020204" pitchFamily="34" charset="0"/>
              </a:rPr>
              <a:t>0.1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5A415B3-9245-4589-BC4F-1FB8EED898F2}"/>
              </a:ext>
            </a:extLst>
          </p:cNvPr>
          <p:cNvSpPr txBox="1"/>
          <p:nvPr/>
        </p:nvSpPr>
        <p:spPr>
          <a:xfrm>
            <a:off x="3856933" y="5029408"/>
            <a:ext cx="365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Helvetica" panose="020B0604020202020204" pitchFamily="34" charset="0"/>
              </a:rPr>
              <a:t>0.2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6BD268A-BA00-41AA-AF1D-51E8A1EB6A45}"/>
              </a:ext>
            </a:extLst>
          </p:cNvPr>
          <p:cNvSpPr txBox="1"/>
          <p:nvPr/>
        </p:nvSpPr>
        <p:spPr>
          <a:xfrm>
            <a:off x="3825672" y="676239"/>
            <a:ext cx="365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Helvetica" panose="020B0604020202020204" pitchFamily="34" charset="0"/>
              </a:rPr>
              <a:t>0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C8B789D-1385-4537-BCB3-E4524DC26DB0}"/>
              </a:ext>
            </a:extLst>
          </p:cNvPr>
          <p:cNvCxnSpPr/>
          <p:nvPr/>
        </p:nvCxnSpPr>
        <p:spPr>
          <a:xfrm>
            <a:off x="1953846" y="1164493"/>
            <a:ext cx="1758462" cy="125047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5A45700-2FC4-4B00-9B81-012EE5A536CB}"/>
              </a:ext>
            </a:extLst>
          </p:cNvPr>
          <p:cNvCxnSpPr>
            <a:cxnSpLocks/>
          </p:cNvCxnSpPr>
          <p:nvPr/>
        </p:nvCxnSpPr>
        <p:spPr>
          <a:xfrm flipH="1">
            <a:off x="1906954" y="1359878"/>
            <a:ext cx="1797538" cy="78154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A376250-3347-4FAD-AE23-96FA96277814}"/>
              </a:ext>
            </a:extLst>
          </p:cNvPr>
          <p:cNvCxnSpPr>
            <a:cxnSpLocks/>
          </p:cNvCxnSpPr>
          <p:nvPr/>
        </p:nvCxnSpPr>
        <p:spPr>
          <a:xfrm flipH="1">
            <a:off x="1899138" y="3005016"/>
            <a:ext cx="1770187" cy="222739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49CCD12-5A6F-4B48-A68F-3846106581E8}"/>
              </a:ext>
            </a:extLst>
          </p:cNvPr>
          <p:cNvCxnSpPr>
            <a:cxnSpLocks/>
          </p:cNvCxnSpPr>
          <p:nvPr/>
        </p:nvCxnSpPr>
        <p:spPr>
          <a:xfrm>
            <a:off x="1926492" y="1856154"/>
            <a:ext cx="1793631" cy="128955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CFE67F6-34AC-48FF-83B6-FDABAE212850}"/>
              </a:ext>
            </a:extLst>
          </p:cNvPr>
          <p:cNvCxnSpPr>
            <a:cxnSpLocks/>
          </p:cNvCxnSpPr>
          <p:nvPr/>
        </p:nvCxnSpPr>
        <p:spPr>
          <a:xfrm>
            <a:off x="1922585" y="3641969"/>
            <a:ext cx="1793631" cy="128955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0D15E12-E397-497E-B74B-97346638FF9A}"/>
              </a:ext>
            </a:extLst>
          </p:cNvPr>
          <p:cNvCxnSpPr>
            <a:cxnSpLocks/>
          </p:cNvCxnSpPr>
          <p:nvPr/>
        </p:nvCxnSpPr>
        <p:spPr>
          <a:xfrm flipH="1">
            <a:off x="1910861" y="5119078"/>
            <a:ext cx="1770187" cy="222739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AB2CAF8-76C7-40A5-989B-405D84BF5B5F}"/>
                  </a:ext>
                </a:extLst>
              </p:cNvPr>
              <p:cNvSpPr txBox="1"/>
              <p:nvPr/>
            </p:nvSpPr>
            <p:spPr>
              <a:xfrm>
                <a:off x="2172677" y="777838"/>
                <a:ext cx="150836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000" b="0" i="1" dirty="0" smtClean="0">
                            <a:latin typeface="Cambria Math" panose="02040503050406030204" pitchFamily="18" charset="0"/>
                          </a:rPr>
                          <m:t>𝑑𝑒𝑠</m:t>
                        </m:r>
                      </m:sub>
                    </m:sSub>
                    <m:d>
                      <m:dPr>
                        <m:ctrlPr>
                          <a:rPr lang="en-US" sz="1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1000" dirty="0">
                    <a:latin typeface="Helvetica" panose="020B0604020202020204" pitchFamily="34" charset="0"/>
                  </a:rPr>
                  <a:t> </a:t>
                </a:r>
              </a:p>
              <a:p>
                <a:r>
                  <a:rPr lang="en-US" sz="1000" dirty="0">
                    <a:latin typeface="Helvetica" panose="020B0604020202020204" pitchFamily="34" charset="0"/>
                  </a:rPr>
                  <a:t>placeholder, not used</a:t>
                </a: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AB2CAF8-76C7-40A5-989B-405D84BF5B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2677" y="777838"/>
                <a:ext cx="1508369" cy="400110"/>
              </a:xfrm>
              <a:prstGeom prst="rect">
                <a:avLst/>
              </a:prstGeom>
              <a:blipFill>
                <a:blip r:embed="rId2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77DDCF29-EA6F-4194-8A26-FFA6187EECEA}"/>
                  </a:ext>
                </a:extLst>
              </p:cNvPr>
              <p:cNvSpPr txBox="1"/>
              <p:nvPr/>
            </p:nvSpPr>
            <p:spPr>
              <a:xfrm>
                <a:off x="2094564" y="1188146"/>
                <a:ext cx="36576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000" b="0" i="1" dirty="0" smtClean="0">
                              <a:latin typeface="Cambria Math" panose="02040503050406030204" pitchFamily="18" charset="0"/>
                            </a:rPr>
                            <m:t>𝑎𝑐𝑡</m:t>
                          </m:r>
                        </m:sub>
                      </m:sSub>
                      <m:r>
                        <a:rPr lang="en-US" sz="1000" b="0" i="1" dirty="0" smtClean="0">
                          <a:latin typeface="Cambria Math" panose="02040503050406030204" pitchFamily="18" charset="0"/>
                        </a:rPr>
                        <m:t>(0)</m:t>
                      </m:r>
                    </m:oMath>
                  </m:oMathPara>
                </a14:m>
                <a:endParaRPr lang="en-US" sz="1000" dirty="0">
                  <a:latin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77DDCF29-EA6F-4194-8A26-FFA6187EEC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4564" y="1188146"/>
                <a:ext cx="365760" cy="246221"/>
              </a:xfrm>
              <a:prstGeom prst="rect">
                <a:avLst/>
              </a:prstGeom>
              <a:blipFill>
                <a:blip r:embed="rId3"/>
                <a:stretch>
                  <a:fillRect r="-51667" b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B602A3F-97AB-4BCC-B6DC-33DB6EE34F6F}"/>
                  </a:ext>
                </a:extLst>
              </p:cNvPr>
              <p:cNvSpPr txBox="1"/>
              <p:nvPr/>
            </p:nvSpPr>
            <p:spPr>
              <a:xfrm>
                <a:off x="2430626" y="1617992"/>
                <a:ext cx="36576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000" b="0" i="1" dirty="0" smtClean="0">
                              <a:latin typeface="Cambria Math" panose="02040503050406030204" pitchFamily="18" charset="0"/>
                            </a:rPr>
                            <m:t>𝑑𝑒𝑠</m:t>
                          </m:r>
                        </m:sub>
                      </m:sSub>
                      <m:r>
                        <a:rPr lang="en-US" sz="1000" b="0" i="1" dirty="0" smtClean="0">
                          <a:latin typeface="Cambria Math" panose="02040503050406030204" pitchFamily="18" charset="0"/>
                        </a:rPr>
                        <m:t>(0.1)</m:t>
                      </m:r>
                    </m:oMath>
                  </m:oMathPara>
                </a14:m>
                <a:endParaRPr lang="en-US" sz="1000" dirty="0">
                  <a:latin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B602A3F-97AB-4BCC-B6DC-33DB6EE34F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0626" y="1617992"/>
                <a:ext cx="365760" cy="246221"/>
              </a:xfrm>
              <a:prstGeom prst="rect">
                <a:avLst/>
              </a:prstGeom>
              <a:blipFill>
                <a:blip r:embed="rId4"/>
                <a:stretch>
                  <a:fillRect r="-80000" b="-48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6058C42-03D2-4ADE-A3CF-F582AD4E6E21}"/>
                  </a:ext>
                </a:extLst>
              </p:cNvPr>
              <p:cNvSpPr txBox="1"/>
              <p:nvPr/>
            </p:nvSpPr>
            <p:spPr>
              <a:xfrm>
                <a:off x="2418903" y="2825469"/>
                <a:ext cx="36576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000" b="0" i="1" dirty="0" smtClean="0">
                              <a:latin typeface="Cambria Math" panose="02040503050406030204" pitchFamily="18" charset="0"/>
                            </a:rPr>
                            <m:t>𝑎𝑐𝑡</m:t>
                          </m:r>
                        </m:sub>
                      </m:sSub>
                      <m:r>
                        <a:rPr lang="en-US" sz="1000" b="0" i="1" dirty="0" smtClean="0">
                          <a:latin typeface="Cambria Math" panose="02040503050406030204" pitchFamily="18" charset="0"/>
                        </a:rPr>
                        <m:t>(0.1)</m:t>
                      </m:r>
                    </m:oMath>
                  </m:oMathPara>
                </a14:m>
                <a:endParaRPr lang="en-US" sz="1000" dirty="0">
                  <a:latin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6058C42-03D2-4ADE-A3CF-F582AD4E6E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8903" y="2825469"/>
                <a:ext cx="365760" cy="246221"/>
              </a:xfrm>
              <a:prstGeom prst="rect">
                <a:avLst/>
              </a:prstGeom>
              <a:blipFill>
                <a:blip r:embed="rId5"/>
                <a:stretch>
                  <a:fillRect r="-76667" b="-48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8012260-F29B-4EA7-AABF-CB67B979DFDD}"/>
                  </a:ext>
                </a:extLst>
              </p:cNvPr>
              <p:cNvSpPr txBox="1"/>
              <p:nvPr/>
            </p:nvSpPr>
            <p:spPr>
              <a:xfrm>
                <a:off x="2395457" y="3403808"/>
                <a:ext cx="36576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000" b="0" i="1" dirty="0" smtClean="0">
                              <a:latin typeface="Cambria Math" panose="02040503050406030204" pitchFamily="18" charset="0"/>
                            </a:rPr>
                            <m:t>𝑑𝑒𝑠</m:t>
                          </m:r>
                        </m:sub>
                      </m:sSub>
                      <m:r>
                        <a:rPr lang="en-US" sz="1000" b="0" i="1" dirty="0" smtClean="0">
                          <a:latin typeface="Cambria Math" panose="02040503050406030204" pitchFamily="18" charset="0"/>
                        </a:rPr>
                        <m:t>(0.2)</m:t>
                      </m:r>
                    </m:oMath>
                  </m:oMathPara>
                </a14:m>
                <a:endParaRPr lang="en-US" sz="1000" dirty="0">
                  <a:latin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8012260-F29B-4EA7-AABF-CB67B979DF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5457" y="3403808"/>
                <a:ext cx="365760" cy="246221"/>
              </a:xfrm>
              <a:prstGeom prst="rect">
                <a:avLst/>
              </a:prstGeom>
              <a:blipFill>
                <a:blip r:embed="rId6"/>
                <a:stretch>
                  <a:fillRect r="-80000" b="-48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EBF51E6-E51B-4716-AFAE-89F4778FC660}"/>
                  </a:ext>
                </a:extLst>
              </p:cNvPr>
              <p:cNvSpPr txBox="1"/>
              <p:nvPr/>
            </p:nvSpPr>
            <p:spPr>
              <a:xfrm>
                <a:off x="2399364" y="4947346"/>
                <a:ext cx="36576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000" b="0" i="1" dirty="0" smtClean="0">
                              <a:latin typeface="Cambria Math" panose="02040503050406030204" pitchFamily="18" charset="0"/>
                            </a:rPr>
                            <m:t>𝑎𝑐𝑡</m:t>
                          </m:r>
                        </m:sub>
                      </m:sSub>
                      <m:r>
                        <a:rPr lang="en-US" sz="1000" b="0" i="1" dirty="0" smtClean="0">
                          <a:latin typeface="Cambria Math" panose="02040503050406030204" pitchFamily="18" charset="0"/>
                        </a:rPr>
                        <m:t>(0.2)</m:t>
                      </m:r>
                    </m:oMath>
                  </m:oMathPara>
                </a14:m>
                <a:endParaRPr lang="en-US" sz="1000" dirty="0">
                  <a:latin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EBF51E6-E51B-4716-AFAE-89F4778FC6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9364" y="4947346"/>
                <a:ext cx="365760" cy="246221"/>
              </a:xfrm>
              <a:prstGeom prst="rect">
                <a:avLst/>
              </a:prstGeom>
              <a:blipFill>
                <a:blip r:embed="rId7"/>
                <a:stretch>
                  <a:fillRect r="-76667" b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TextBox 63">
            <a:extLst>
              <a:ext uri="{FF2B5EF4-FFF2-40B4-BE49-F238E27FC236}">
                <a16:creationId xmlns:a16="http://schemas.microsoft.com/office/drawing/2014/main" id="{B6BE091F-635B-4482-8E7F-DBB047CCCC3A}"/>
              </a:ext>
            </a:extLst>
          </p:cNvPr>
          <p:cNvSpPr txBox="1"/>
          <p:nvPr/>
        </p:nvSpPr>
        <p:spPr>
          <a:xfrm>
            <a:off x="1400908" y="293675"/>
            <a:ext cx="102209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Helvetica" panose="020B0604020202020204" pitchFamily="34" charset="0"/>
              </a:rPr>
              <a:t>SUMO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76B81B9-269C-46D2-8E6E-F52E041E10E0}"/>
              </a:ext>
            </a:extLst>
          </p:cNvPr>
          <p:cNvSpPr txBox="1"/>
          <p:nvPr/>
        </p:nvSpPr>
        <p:spPr>
          <a:xfrm>
            <a:off x="3475893" y="281950"/>
            <a:ext cx="102209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Helvetica" panose="020B0604020202020204" pitchFamily="34" charset="0"/>
              </a:rPr>
              <a:t>Simulink</a:t>
            </a:r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B172FDFF-1C5B-4448-8609-E91E78FADCE3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11326" t="5416" r="7988" b="7563"/>
          <a:stretch/>
        </p:blipFill>
        <p:spPr>
          <a:xfrm>
            <a:off x="4697418" y="930030"/>
            <a:ext cx="7322644" cy="4454770"/>
          </a:xfrm>
          <a:prstGeom prst="rect">
            <a:avLst/>
          </a:prstGeom>
        </p:spPr>
      </p:pic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A84B038F-44C3-44D7-81F6-38604C7254A3}"/>
              </a:ext>
            </a:extLst>
          </p:cNvPr>
          <p:cNvCxnSpPr>
            <a:cxnSpLocks/>
          </p:cNvCxnSpPr>
          <p:nvPr/>
        </p:nvCxnSpPr>
        <p:spPr>
          <a:xfrm>
            <a:off x="4634523" y="2203939"/>
            <a:ext cx="359508" cy="2102339"/>
          </a:xfrm>
          <a:prstGeom prst="straightConnector1">
            <a:avLst/>
          </a:prstGeom>
          <a:ln w="6350">
            <a:solidFill>
              <a:srgbClr val="C00000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49AA0577-2633-4A76-9F01-054BA24B4CA9}"/>
              </a:ext>
            </a:extLst>
          </p:cNvPr>
          <p:cNvCxnSpPr>
            <a:cxnSpLocks/>
          </p:cNvCxnSpPr>
          <p:nvPr/>
        </p:nvCxnSpPr>
        <p:spPr>
          <a:xfrm flipH="1">
            <a:off x="5099538" y="2203939"/>
            <a:ext cx="808892" cy="1863970"/>
          </a:xfrm>
          <a:prstGeom prst="straightConnector1">
            <a:avLst/>
          </a:prstGeom>
          <a:ln w="6350">
            <a:solidFill>
              <a:srgbClr val="C00000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F60BB901-EB30-4233-B000-6B3D928CFABB}"/>
              </a:ext>
            </a:extLst>
          </p:cNvPr>
          <p:cNvCxnSpPr>
            <a:cxnSpLocks/>
          </p:cNvCxnSpPr>
          <p:nvPr/>
        </p:nvCxnSpPr>
        <p:spPr>
          <a:xfrm flipH="1">
            <a:off x="5005754" y="1156676"/>
            <a:ext cx="285262" cy="1105878"/>
          </a:xfrm>
          <a:prstGeom prst="straightConnector1">
            <a:avLst/>
          </a:prstGeom>
          <a:ln w="6350">
            <a:solidFill>
              <a:srgbClr val="C00000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59141DD3-1973-440B-B563-E8EF36FAF03C}"/>
              </a:ext>
            </a:extLst>
          </p:cNvPr>
          <p:cNvCxnSpPr>
            <a:cxnSpLocks/>
          </p:cNvCxnSpPr>
          <p:nvPr/>
        </p:nvCxnSpPr>
        <p:spPr>
          <a:xfrm flipH="1">
            <a:off x="8385908" y="1129322"/>
            <a:ext cx="285262" cy="1105878"/>
          </a:xfrm>
          <a:prstGeom prst="straightConnector1">
            <a:avLst/>
          </a:prstGeom>
          <a:ln w="6350">
            <a:solidFill>
              <a:srgbClr val="C00000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A06FA703-9E6E-47EA-8AF1-57AE238DE6C2}"/>
              </a:ext>
            </a:extLst>
          </p:cNvPr>
          <p:cNvCxnSpPr>
            <a:cxnSpLocks/>
          </p:cNvCxnSpPr>
          <p:nvPr/>
        </p:nvCxnSpPr>
        <p:spPr>
          <a:xfrm flipH="1">
            <a:off x="8440616" y="1957755"/>
            <a:ext cx="808892" cy="1863970"/>
          </a:xfrm>
          <a:prstGeom prst="straightConnector1">
            <a:avLst/>
          </a:prstGeom>
          <a:ln w="6350">
            <a:solidFill>
              <a:srgbClr val="C00000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E04B8C38-44B9-4D19-BE31-2F17071CE41C}"/>
                  </a:ext>
                </a:extLst>
              </p:cNvPr>
              <p:cNvSpPr txBox="1"/>
              <p:nvPr/>
            </p:nvSpPr>
            <p:spPr>
              <a:xfrm>
                <a:off x="3948724" y="1777426"/>
                <a:ext cx="693615" cy="400110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1000" dirty="0">
                    <a:latin typeface="Helvetica" panose="020B0604020202020204" pitchFamily="34" charset="0"/>
                  </a:rPr>
                  <a:t>Receive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(0.1), </m:t>
                    </m:r>
                    <m:sSub>
                      <m:sSubPr>
                        <m:ctrlPr>
                          <a:rPr lang="en-US" sz="1000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 dirty="0" err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000" i="1" dirty="0" err="1" smtClean="0">
                            <a:latin typeface="Cambria Math" panose="02040503050406030204" pitchFamily="18" charset="0"/>
                          </a:rPr>
                          <m:t>𝑑𝑒𝑠</m:t>
                        </m:r>
                      </m:sub>
                    </m:sSub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(0)</m:t>
                    </m:r>
                  </m:oMath>
                </a14:m>
                <a:endParaRPr lang="en-US" sz="1000" dirty="0">
                  <a:latin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E04B8C38-44B9-4D19-BE31-2F17071CE4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8724" y="1777426"/>
                <a:ext cx="693615" cy="400110"/>
              </a:xfrm>
              <a:prstGeom prst="rect">
                <a:avLst/>
              </a:prstGeom>
              <a:blipFill>
                <a:blip r:embed="rId9"/>
                <a:stretch>
                  <a:fillRect t="-1538" r="-34211"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9A43FB0B-22E3-4E49-923A-18A4A42A98D9}"/>
                  </a:ext>
                </a:extLst>
              </p:cNvPr>
              <p:cNvSpPr txBox="1"/>
              <p:nvPr/>
            </p:nvSpPr>
            <p:spPr>
              <a:xfrm>
                <a:off x="4999894" y="679365"/>
                <a:ext cx="1025768" cy="246221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1000" dirty="0">
                    <a:latin typeface="Helvetica" panose="020B0604020202020204" pitchFamily="34" charset="0"/>
                  </a:rPr>
                  <a:t>Send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 dirty="0" err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000" b="0" i="1" dirty="0" smtClean="0">
                            <a:latin typeface="Cambria Math" panose="02040503050406030204" pitchFamily="18" charset="0"/>
                          </a:rPr>
                          <m:t>𝑎𝑐𝑡</m:t>
                        </m:r>
                      </m:sub>
                    </m:sSub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(0)</m:t>
                    </m:r>
                  </m:oMath>
                </a14:m>
                <a:endParaRPr lang="en-US" sz="1000" dirty="0">
                  <a:latin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9A43FB0B-22E3-4E49-923A-18A4A42A98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9894" y="679365"/>
                <a:ext cx="1025768" cy="246221"/>
              </a:xfrm>
              <a:prstGeom prst="rect">
                <a:avLst/>
              </a:prstGeom>
              <a:blipFill>
                <a:blip r:embed="rId10"/>
                <a:stretch>
                  <a:fillRect b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7B3B9EBB-473E-4D6D-9F6E-8BAFAC03C4A4}"/>
                  </a:ext>
                </a:extLst>
              </p:cNvPr>
              <p:cNvSpPr txBox="1"/>
              <p:nvPr/>
            </p:nvSpPr>
            <p:spPr>
              <a:xfrm>
                <a:off x="8255001" y="683273"/>
                <a:ext cx="1025768" cy="246221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1000" dirty="0">
                    <a:latin typeface="Helvetica" panose="020B0604020202020204" pitchFamily="34" charset="0"/>
                  </a:rPr>
                  <a:t>Send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 dirty="0" err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000" b="0" i="1" dirty="0" smtClean="0">
                            <a:latin typeface="Cambria Math" panose="02040503050406030204" pitchFamily="18" charset="0"/>
                          </a:rPr>
                          <m:t>𝑎𝑐𝑡</m:t>
                        </m:r>
                      </m:sub>
                    </m:sSub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(0</m:t>
                    </m:r>
                    <m:r>
                      <a:rPr lang="en-US" sz="1000" b="0" i="1" dirty="0" smtClean="0">
                        <a:latin typeface="Cambria Math" panose="02040503050406030204" pitchFamily="18" charset="0"/>
                      </a:rPr>
                      <m:t>.1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000" dirty="0">
                  <a:latin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7B3B9EBB-473E-4D6D-9F6E-8BAFAC03C4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5001" y="683273"/>
                <a:ext cx="1025768" cy="246221"/>
              </a:xfrm>
              <a:prstGeom prst="rect">
                <a:avLst/>
              </a:prstGeom>
              <a:blipFill>
                <a:blip r:embed="rId11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D057234C-AB95-4405-9B2E-95E50DD5F62B}"/>
                  </a:ext>
                </a:extLst>
              </p:cNvPr>
              <p:cNvSpPr txBox="1"/>
              <p:nvPr/>
            </p:nvSpPr>
            <p:spPr>
              <a:xfrm>
                <a:off x="5812693" y="1757888"/>
                <a:ext cx="1205522" cy="400110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1000" dirty="0">
                    <a:latin typeface="Helvetica" panose="020B0604020202020204" pitchFamily="34" charset="0"/>
                  </a:rPr>
                  <a:t>Receive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(0.2), </m:t>
                    </m:r>
                    <m:sSub>
                      <m:sSubPr>
                        <m:ctrlPr>
                          <a:rPr lang="en-US" sz="1000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 dirty="0" err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000" i="1" dirty="0" err="1" smtClean="0">
                            <a:latin typeface="Cambria Math" panose="02040503050406030204" pitchFamily="18" charset="0"/>
                          </a:rPr>
                          <m:t>𝑑𝑒𝑠</m:t>
                        </m:r>
                      </m:sub>
                    </m:sSub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(0</m:t>
                    </m:r>
                    <m:r>
                      <a:rPr lang="en-US" sz="1000" b="0" i="1" dirty="0" smtClean="0">
                        <a:latin typeface="Cambria Math" panose="02040503050406030204" pitchFamily="18" charset="0"/>
                      </a:rPr>
                      <m:t>.1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000" dirty="0">
                  <a:latin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D057234C-AB95-4405-9B2E-95E50DD5F6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2693" y="1757888"/>
                <a:ext cx="1205522" cy="400110"/>
              </a:xfrm>
              <a:prstGeom prst="rect">
                <a:avLst/>
              </a:prstGeom>
              <a:blipFill>
                <a:blip r:embed="rId12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46044778-588A-48FA-9607-877C77CC85CD}"/>
                  </a:ext>
                </a:extLst>
              </p:cNvPr>
              <p:cNvSpPr txBox="1"/>
              <p:nvPr/>
            </p:nvSpPr>
            <p:spPr>
              <a:xfrm>
                <a:off x="8989647" y="1535150"/>
                <a:ext cx="1053122" cy="400110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1000" dirty="0">
                    <a:latin typeface="Helvetica" panose="020B0604020202020204" pitchFamily="34" charset="0"/>
                  </a:rPr>
                  <a:t>Receive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(0.3), </m:t>
                    </m:r>
                    <m:sSub>
                      <m:sSubPr>
                        <m:ctrlPr>
                          <a:rPr lang="en-US" sz="1000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 dirty="0" err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000" i="1" dirty="0" err="1" smtClean="0">
                            <a:latin typeface="Cambria Math" panose="02040503050406030204" pitchFamily="18" charset="0"/>
                          </a:rPr>
                          <m:t>𝑑𝑒𝑠</m:t>
                        </m:r>
                      </m:sub>
                    </m:sSub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(0</m:t>
                    </m:r>
                    <m:r>
                      <a:rPr lang="en-US" sz="1000" b="0" i="1" dirty="0" smtClean="0">
                        <a:latin typeface="Cambria Math" panose="02040503050406030204" pitchFamily="18" charset="0"/>
                      </a:rPr>
                      <m:t>.2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000" dirty="0">
                  <a:latin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46044778-588A-48FA-9607-877C77CC8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9647" y="1535150"/>
                <a:ext cx="1053122" cy="400110"/>
              </a:xfrm>
              <a:prstGeom prst="rect">
                <a:avLst/>
              </a:prstGeom>
              <a:blipFill>
                <a:blip r:embed="rId13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46E0F214-1648-48F7-B758-CCF98B0FC7C4}"/>
              </a:ext>
            </a:extLst>
          </p:cNvPr>
          <p:cNvCxnSpPr>
            <a:cxnSpLocks/>
          </p:cNvCxnSpPr>
          <p:nvPr/>
        </p:nvCxnSpPr>
        <p:spPr>
          <a:xfrm flipH="1">
            <a:off x="5001847" y="2282092"/>
            <a:ext cx="257908" cy="0"/>
          </a:xfrm>
          <a:prstGeom prst="straightConnector1">
            <a:avLst/>
          </a:prstGeom>
          <a:ln w="6350">
            <a:solidFill>
              <a:srgbClr val="C00000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91306399-55D9-45EA-B7F8-973C827BA6C1}"/>
              </a:ext>
            </a:extLst>
          </p:cNvPr>
          <p:cNvCxnSpPr>
            <a:cxnSpLocks/>
          </p:cNvCxnSpPr>
          <p:nvPr/>
        </p:nvCxnSpPr>
        <p:spPr>
          <a:xfrm>
            <a:off x="5080000" y="2250831"/>
            <a:ext cx="1" cy="1844431"/>
          </a:xfrm>
          <a:prstGeom prst="straightConnector1">
            <a:avLst/>
          </a:prstGeom>
          <a:ln w="6350">
            <a:solidFill>
              <a:srgbClr val="C00000"/>
            </a:solidFill>
            <a:prstDash val="sysDot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DBBB1FDD-AD67-45B7-B46E-0113A4FE9782}"/>
              </a:ext>
            </a:extLst>
          </p:cNvPr>
          <p:cNvSpPr txBox="1"/>
          <p:nvPr/>
        </p:nvSpPr>
        <p:spPr>
          <a:xfrm>
            <a:off x="5230447" y="2074411"/>
            <a:ext cx="779584" cy="400110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wrap="square">
            <a:spAutoFit/>
          </a:bodyPr>
          <a:lstStyle/>
          <a:p>
            <a:r>
              <a:rPr lang="en-US" sz="1000" dirty="0">
                <a:latin typeface="Helvetica" panose="020B0604020202020204" pitchFamily="34" charset="0"/>
              </a:rPr>
              <a:t>Roundtrip delay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D499C89-EA46-445A-9E26-75C95919FE16}"/>
              </a:ext>
            </a:extLst>
          </p:cNvPr>
          <p:cNvSpPr txBox="1"/>
          <p:nvPr/>
        </p:nvSpPr>
        <p:spPr>
          <a:xfrm>
            <a:off x="3796323" y="3180288"/>
            <a:ext cx="7795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Helvetica" panose="020B0604020202020204" pitchFamily="34" charset="0"/>
              </a:rPr>
              <a:t>Roundtrip delay</a:t>
            </a: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5F4DC663-9C96-47C2-A94C-22E59B324230}"/>
              </a:ext>
            </a:extLst>
          </p:cNvPr>
          <p:cNvCxnSpPr>
            <a:cxnSpLocks/>
          </p:cNvCxnSpPr>
          <p:nvPr/>
        </p:nvCxnSpPr>
        <p:spPr>
          <a:xfrm flipV="1">
            <a:off x="3790462" y="3032370"/>
            <a:ext cx="0" cy="734645"/>
          </a:xfrm>
          <a:prstGeom prst="straightConnector1">
            <a:avLst/>
          </a:prstGeom>
          <a:ln w="6350">
            <a:solidFill>
              <a:schemeClr val="bg1">
                <a:lumMod val="65000"/>
              </a:schemeClr>
            </a:solidFill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716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822886-CD53-4BC3-B19E-687CBD297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63608"/>
            <a:ext cx="6761830" cy="61924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8926FF-A0A3-4724-99A3-9CD032913A92}"/>
              </a:ext>
            </a:extLst>
          </p:cNvPr>
          <p:cNvSpPr txBox="1"/>
          <p:nvPr/>
        </p:nvSpPr>
        <p:spPr>
          <a:xfrm>
            <a:off x="7999095" y="2848094"/>
            <a:ext cx="24479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SUMO angle</a:t>
            </a:r>
          </a:p>
        </p:txBody>
      </p:sp>
    </p:spTree>
    <p:extLst>
      <p:ext uri="{BB962C8B-B14F-4D97-AF65-F5344CB8AC3E}">
        <p14:creationId xmlns:p14="http://schemas.microsoft.com/office/powerpoint/2010/main" val="22658974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D4AFBD-C314-9415-EB75-DCB70A2A1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214" y="217583"/>
            <a:ext cx="6385171" cy="26946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77CC58-079D-B9CF-0889-E3402FA8A3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9" y="3019652"/>
            <a:ext cx="9583487" cy="19910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532E37-4F56-7AD9-177D-3B58B06D8C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696" y="3907913"/>
            <a:ext cx="7640116" cy="3238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14610E7-3007-EB84-CE6E-727A51644B3F}"/>
              </a:ext>
            </a:extLst>
          </p:cNvPr>
          <p:cNvSpPr txBox="1"/>
          <p:nvPr/>
        </p:nvSpPr>
        <p:spPr>
          <a:xfrm>
            <a:off x="7655218" y="855171"/>
            <a:ext cx="244792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Vehicle will be gone after E3. so we only need </a:t>
            </a:r>
            <a:r>
              <a:rPr lang="en-US" dirty="0" err="1"/>
              <a:t>getNextLinks</a:t>
            </a:r>
            <a:r>
              <a:rPr lang="en-US" dirty="0"/>
              <a:t> once then can store the speed limit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4076FB2-C3FD-469F-7373-E9DDD76576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1147" y="4418923"/>
            <a:ext cx="3010320" cy="94310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72D9423-4D83-A33C-6CA5-700F53F0F2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8367" y="5539248"/>
            <a:ext cx="2800741" cy="39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6767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316D29-F65B-4D38-A241-BAD647356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202" y="278976"/>
            <a:ext cx="5728458" cy="997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6D3290-780D-4C66-AF74-49F4527C10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781" y="1276676"/>
            <a:ext cx="5950879" cy="15343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E28CE30-5B7F-47D5-A444-B02415950F86}"/>
              </a:ext>
            </a:extLst>
          </p:cNvPr>
          <p:cNvSpPr txBox="1"/>
          <p:nvPr/>
        </p:nvSpPr>
        <p:spPr>
          <a:xfrm>
            <a:off x="375781" y="3547129"/>
            <a:ext cx="7150444" cy="1643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400" dirty="0">
                <a:latin typeface="+mn-lt"/>
              </a:rPr>
              <a:t>VISSIM does not have a typical speed limit information.</a:t>
            </a:r>
          </a:p>
          <a:p>
            <a:pPr marL="285750" indent="-28575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When there’s a reduced speed area, it will show the distance to that RSA. </a:t>
            </a:r>
          </a:p>
          <a:p>
            <a:pPr marL="285750" indent="-28575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When there’s desired speed decision, there’s no distance information until vehicle on the DSD</a:t>
            </a:r>
          </a:p>
          <a:p>
            <a:pPr marL="285750" indent="-28575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RSA change desired speed temporarily (only when within RSA). But vehicle will decelerate way ahead of RSA</a:t>
            </a:r>
          </a:p>
          <a:p>
            <a:pPr marL="285750" indent="-28575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DSD will permanently change desired speed, but vehicle will only change desired speed when passing DSD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C5AE6F-E374-4C1C-9929-FB5AD8EE0277}"/>
              </a:ext>
            </a:extLst>
          </p:cNvPr>
          <p:cNvSpPr txBox="1"/>
          <p:nvPr/>
        </p:nvSpPr>
        <p:spPr>
          <a:xfrm>
            <a:off x="6409038" y="119535"/>
            <a:ext cx="5535826" cy="34532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400" dirty="0">
                <a:latin typeface="+mn-lt"/>
              </a:rPr>
              <a:t>To properly get a normal speed limit, </a:t>
            </a:r>
          </a:p>
          <a:p>
            <a:pPr marL="285750" indent="-28575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First need a python script to get a table of desired speed decision locations with regarding each link</a:t>
            </a:r>
          </a:p>
          <a:p>
            <a:pPr algn="l">
              <a:lnSpc>
                <a:spcPct val="90000"/>
              </a:lnSpc>
            </a:pPr>
            <a:r>
              <a:rPr lang="en-US" sz="1400" dirty="0"/>
              <a:t>	a link can have multiple DSD</a:t>
            </a:r>
          </a:p>
          <a:p>
            <a:pPr marL="285750" indent="-28575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Then in </a:t>
            </a:r>
            <a:r>
              <a:rPr lang="en-US" sz="1400" dirty="0" err="1"/>
              <a:t>dll</a:t>
            </a:r>
            <a:r>
              <a:rPr lang="en-US" sz="1400" dirty="0"/>
              <a:t>, based on current link information and position, can find out what is next DSD</a:t>
            </a:r>
          </a:p>
          <a:p>
            <a:pPr marL="285750" indent="-28575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Then based on next link information, can find out the first DSD of the next link</a:t>
            </a:r>
          </a:p>
          <a:p>
            <a:pPr marL="285750" indent="-28575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Thus, we will have three data fields:</a:t>
            </a:r>
          </a:p>
          <a:p>
            <a:pPr lvl="1"/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speedLimit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speedLimitNext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speedLimitChangeDistance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pPr algn="l">
              <a:lnSpc>
                <a:spcPct val="90000"/>
              </a:lnSpc>
            </a:pPr>
            <a:endParaRPr lang="en-US" sz="1400" dirty="0"/>
          </a:p>
          <a:p>
            <a:pPr algn="l">
              <a:lnSpc>
                <a:spcPct val="90000"/>
              </a:lnSpc>
            </a:pPr>
            <a:r>
              <a:rPr lang="en-US" sz="1400" dirty="0"/>
              <a:t>Need to check if we force an ego vehicle, will next link information messed up</a:t>
            </a:r>
          </a:p>
          <a:p>
            <a:pPr algn="l">
              <a:lnSpc>
                <a:spcPct val="90000"/>
              </a:lnSpc>
            </a:pPr>
            <a:r>
              <a:rPr lang="en-US" sz="1400" dirty="0"/>
              <a:t>		</a:t>
            </a:r>
          </a:p>
          <a:p>
            <a:pPr algn="l">
              <a:lnSpc>
                <a:spcPct val="90000"/>
              </a:lnSpc>
            </a:pPr>
            <a:endParaRPr lang="en-US" sz="1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651181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49AC09-29CF-4D7C-985B-3393F255104F}"/>
              </a:ext>
            </a:extLst>
          </p:cNvPr>
          <p:cNvSpPr txBox="1"/>
          <p:nvPr/>
        </p:nvSpPr>
        <p:spPr>
          <a:xfrm>
            <a:off x="457373" y="259314"/>
            <a:ext cx="6911167" cy="610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400" dirty="0">
                <a:latin typeface="+mn-lt"/>
              </a:rPr>
              <a:t>If in VISSIM you define a 3D road, the speed position, etc. will still follow the 2D projected road</a:t>
            </a:r>
          </a:p>
          <a:p>
            <a:pPr algn="l">
              <a:lnSpc>
                <a:spcPct val="90000"/>
              </a:lnSpc>
            </a:pPr>
            <a:endParaRPr lang="en-US" sz="1400" dirty="0"/>
          </a:p>
          <a:p>
            <a:pPr algn="l">
              <a:lnSpc>
                <a:spcPct val="90000"/>
              </a:lnSpc>
            </a:pPr>
            <a:endParaRPr lang="en-US" sz="1400" dirty="0">
              <a:latin typeface="+mn-lt"/>
            </a:endParaRPr>
          </a:p>
          <a:p>
            <a:pPr>
              <a:lnSpc>
                <a:spcPct val="90000"/>
              </a:lnSpc>
            </a:pPr>
            <a:r>
              <a:rPr lang="en-US" sz="1400" dirty="0">
                <a:latin typeface="+mn-lt"/>
              </a:rPr>
              <a:t>Next link only return when a vehicle enter the route decision regions</a:t>
            </a:r>
          </a:p>
          <a:p>
            <a:pPr algn="l">
              <a:lnSpc>
                <a:spcPct val="90000"/>
              </a:lnSpc>
            </a:pPr>
            <a:r>
              <a:rPr lang="en-US" sz="1400" dirty="0"/>
              <a:t>VISSIM will return each of the next links one by one for each vehicle</a:t>
            </a:r>
          </a:p>
          <a:p>
            <a:pPr algn="l">
              <a:lnSpc>
                <a:spcPct val="90000"/>
              </a:lnSpc>
            </a:pPr>
            <a:endParaRPr lang="en-US" sz="1400" dirty="0"/>
          </a:p>
          <a:p>
            <a:pPr algn="l">
              <a:lnSpc>
                <a:spcPct val="90000"/>
              </a:lnSpc>
            </a:pPr>
            <a:endParaRPr lang="en-US" sz="1400" dirty="0"/>
          </a:p>
          <a:p>
            <a:pPr algn="l">
              <a:lnSpc>
                <a:spcPct val="90000"/>
              </a:lnSpc>
            </a:pPr>
            <a:r>
              <a:rPr lang="en-US" sz="1400" dirty="0">
                <a:latin typeface="+mn-lt"/>
              </a:rPr>
              <a:t>VISSIM combine static route, the two decisions have to be on the same link</a:t>
            </a:r>
          </a:p>
          <a:p>
            <a:pPr algn="l">
              <a:lnSpc>
                <a:spcPct val="90000"/>
              </a:lnSpc>
            </a:pPr>
            <a:endParaRPr lang="en-US" sz="1400" dirty="0"/>
          </a:p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there will be next link only when the vehicle is in static decision areas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the next links will contain all links within the static decision areas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if used combine route, then will be able to see longer future routes</a:t>
            </a:r>
          </a:p>
          <a:p>
            <a:endParaRPr lang="en-US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Speed limit connect to next has to guess</a:t>
            </a:r>
          </a:p>
          <a:p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	since do not know the link connection topology and route 	selection information</a:t>
            </a:r>
          </a:p>
          <a:p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Next link information may not known</a:t>
            </a:r>
          </a:p>
          <a:p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Initial speed limit may not known</a:t>
            </a:r>
          </a:p>
          <a:p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Distance has to be distinct</a:t>
            </a:r>
          </a:p>
          <a:p>
            <a:endParaRPr lang="en-US" sz="14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Need to add UDA position on link, make sure no such no and name</a:t>
            </a:r>
          </a:p>
          <a:p>
            <a:endParaRPr lang="en-US" sz="1400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CE075E-845D-4110-A8F9-C37277DB8D54}"/>
              </a:ext>
            </a:extLst>
          </p:cNvPr>
          <p:cNvSpPr txBox="1"/>
          <p:nvPr/>
        </p:nvSpPr>
        <p:spPr>
          <a:xfrm>
            <a:off x="7551420" y="464820"/>
            <a:ext cx="3474720" cy="40811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dirty="0">
                <a:latin typeface="+mn-lt"/>
              </a:rPr>
              <a:t>Challenges:</a:t>
            </a:r>
          </a:p>
          <a:p>
            <a:pPr marL="342900" indent="-342900" algn="l">
              <a:lnSpc>
                <a:spcPct val="90000"/>
              </a:lnSpc>
              <a:buAutoNum type="arabicPeriod"/>
            </a:pPr>
            <a:r>
              <a:rPr lang="en-US" dirty="0"/>
              <a:t>Need both next link and lane, but may not have such information</a:t>
            </a:r>
          </a:p>
          <a:p>
            <a:pPr marL="342900" indent="-342900" algn="l">
              <a:lnSpc>
                <a:spcPct val="90000"/>
              </a:lnSpc>
              <a:buAutoNum type="arabicPeriod"/>
            </a:pPr>
            <a:r>
              <a:rPr lang="en-US" dirty="0">
                <a:latin typeface="+mn-lt"/>
              </a:rPr>
              <a:t>Desired speed defined as a distribution</a:t>
            </a:r>
          </a:p>
          <a:p>
            <a:pPr marL="342900" indent="-342900" algn="l">
              <a:lnSpc>
                <a:spcPct val="90000"/>
              </a:lnSpc>
              <a:buAutoNum type="arabicPeriod"/>
            </a:pPr>
            <a:r>
              <a:rPr lang="en-US" dirty="0"/>
              <a:t>Desired speed decision defined for each class of vehicle</a:t>
            </a:r>
          </a:p>
          <a:p>
            <a:pPr marL="342900" indent="-342900" algn="l">
              <a:lnSpc>
                <a:spcPct val="90000"/>
              </a:lnSpc>
              <a:buAutoNum type="arabicPeriod"/>
            </a:pPr>
            <a:r>
              <a:rPr lang="en-US" dirty="0">
                <a:latin typeface="+mn-lt"/>
              </a:rPr>
              <a:t>Desired speed decision define for each lane</a:t>
            </a:r>
          </a:p>
          <a:p>
            <a:pPr marL="342900" indent="-342900" algn="l">
              <a:lnSpc>
                <a:spcPct val="90000"/>
              </a:lnSpc>
              <a:buAutoNum type="arabicPeriod"/>
            </a:pPr>
            <a:r>
              <a:rPr lang="en-US" dirty="0">
                <a:latin typeface="+mn-lt"/>
              </a:rPr>
              <a:t>No link topology (length, connection, lanes, etc.) information in </a:t>
            </a:r>
            <a:r>
              <a:rPr lang="en-US" dirty="0" err="1">
                <a:latin typeface="+mn-lt"/>
              </a:rPr>
              <a:t>dll</a:t>
            </a:r>
            <a:r>
              <a:rPr lang="en-US" dirty="0">
                <a:latin typeface="+mn-lt"/>
              </a:rPr>
              <a:t>. Need another lookup table</a:t>
            </a:r>
          </a:p>
          <a:p>
            <a:pPr marL="342900" indent="-342900" algn="l">
              <a:lnSpc>
                <a:spcPct val="90000"/>
              </a:lnSpc>
              <a:buAutoNum type="arabicPeriod"/>
            </a:pPr>
            <a:r>
              <a:rPr lang="en-US" dirty="0"/>
              <a:t>No initial speed limit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292045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D6D6DA-0CC4-4721-AE67-E798A476F14A}"/>
              </a:ext>
            </a:extLst>
          </p:cNvPr>
          <p:cNvSpPr txBox="1"/>
          <p:nvPr/>
        </p:nvSpPr>
        <p:spPr>
          <a:xfrm>
            <a:off x="729615" y="188714"/>
            <a:ext cx="61074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+mn-lt"/>
              </a:rPr>
              <a:t>Signal light, where do you want to get? </a:t>
            </a:r>
            <a:r>
              <a:rPr lang="en-US" dirty="0" err="1"/>
              <a:t>Matlab</a:t>
            </a:r>
            <a:r>
              <a:rPr lang="en-US" dirty="0"/>
              <a:t> or Simulink</a:t>
            </a:r>
          </a:p>
        </p:txBody>
      </p:sp>
    </p:spTree>
    <p:extLst>
      <p:ext uri="{BB962C8B-B14F-4D97-AF65-F5344CB8AC3E}">
        <p14:creationId xmlns:p14="http://schemas.microsoft.com/office/powerpoint/2010/main" val="33262156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18860E-B4FE-4020-9A4B-C9B560D0EFAE}"/>
              </a:ext>
            </a:extLst>
          </p:cNvPr>
          <p:cNvSpPr txBox="1"/>
          <p:nvPr/>
        </p:nvSpPr>
        <p:spPr>
          <a:xfrm>
            <a:off x="1323975" y="809536"/>
            <a:ext cx="610743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whether time of adding these CAV is known ahead of simulation or will be determined during the simulation? if latter, will </a:t>
            </a:r>
            <a:r>
              <a:rPr lang="en-US" dirty="0" err="1"/>
              <a:t>simulink</a:t>
            </a:r>
            <a:r>
              <a:rPr lang="en-US" dirty="0"/>
              <a:t> make the decision? what if want </a:t>
            </a:r>
            <a:r>
              <a:rPr lang="en-US" dirty="0" err="1"/>
              <a:t>matlab</a:t>
            </a:r>
            <a:r>
              <a:rPr lang="en-US" dirty="0"/>
              <a:t> to make the decision?</a:t>
            </a:r>
          </a:p>
        </p:txBody>
      </p:sp>
    </p:spTree>
    <p:extLst>
      <p:ext uri="{BB962C8B-B14F-4D97-AF65-F5344CB8AC3E}">
        <p14:creationId xmlns:p14="http://schemas.microsoft.com/office/powerpoint/2010/main" val="951837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0BBC43-4913-43C0-B044-4A1436F2D7C8}"/>
              </a:ext>
            </a:extLst>
          </p:cNvPr>
          <p:cNvSpPr txBox="1"/>
          <p:nvPr/>
        </p:nvSpPr>
        <p:spPr>
          <a:xfrm>
            <a:off x="495300" y="285040"/>
            <a:ext cx="6109854" cy="4579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Doing vehicle signal control, need extract information using </a:t>
            </a:r>
            <a:r>
              <a:rPr lang="en-US" sz="1800" dirty="0" err="1">
                <a:latin typeface="+mn-lt"/>
              </a:rPr>
              <a:t>dll</a:t>
            </a:r>
            <a:r>
              <a:rPr lang="en-US" sz="1800" dirty="0">
                <a:latin typeface="+mn-lt"/>
              </a:rPr>
              <a:t>. </a:t>
            </a:r>
          </a:p>
          <a:p>
            <a:pPr marL="285750" indent="-285750" algn="l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Grade and 3D length, speed, position question</a:t>
            </a:r>
          </a:p>
          <a:p>
            <a:pPr marL="285750" indent="-28575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Speed limit how to properly obtain, since no route of a vehicle</a:t>
            </a:r>
          </a:p>
          <a:p>
            <a:pPr marL="285750" indent="-28575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Designate route when adding a vehicle, or change a route</a:t>
            </a:r>
          </a:p>
          <a:p>
            <a:pPr marL="285750" indent="-28575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 err="1">
                <a:latin typeface="+mn-lt"/>
              </a:rPr>
              <a:t>Dll</a:t>
            </a:r>
            <a:r>
              <a:rPr lang="en-US" sz="1800" dirty="0">
                <a:latin typeface="+mn-lt"/>
              </a:rPr>
              <a:t>, position on network</a:t>
            </a:r>
          </a:p>
          <a:p>
            <a:pPr marL="285750" indent="-28575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Dll</a:t>
            </a:r>
            <a:r>
              <a:rPr lang="en-US" dirty="0"/>
              <a:t>, add remove a vehicle</a:t>
            </a:r>
          </a:p>
          <a:p>
            <a:pPr marL="285750" indent="-285750" algn="l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800" dirty="0">
              <a:latin typeface="+mn-lt"/>
            </a:endParaRPr>
          </a:p>
          <a:p>
            <a:pPr marL="285750" indent="-285750" algn="l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October 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</a:rPr>
              <a:t>PTV America's 23rd Annual User Group Meeting in Denver, CO!</a:t>
            </a:r>
            <a:endParaRPr lang="en-US" sz="1800" dirty="0">
              <a:effectLst/>
              <a:latin typeface="Calibri" panose="020F0502020204030204" pitchFamily="34" charset="0"/>
              <a:ea typeface="DengXian" panose="02010600030101010101" pitchFamily="2" charset="-122"/>
            </a:endParaRPr>
          </a:p>
          <a:p>
            <a:pPr marL="285750" indent="-28575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 </a:t>
            </a:r>
          </a:p>
          <a:p>
            <a:pPr marL="285750" indent="-285750" algn="l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l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800" dirty="0">
              <a:latin typeface="+mn-lt"/>
            </a:endParaRPr>
          </a:p>
          <a:p>
            <a:pPr marL="285750" indent="-28575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Grade seems that still not right</a:t>
            </a:r>
            <a:endParaRPr lang="en-US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585171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CAF8EF-7C20-47F2-BB39-92FC745AD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493" y="836458"/>
            <a:ext cx="4039164" cy="15623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26BD18-453D-46E1-80D8-6BAD175B2363}"/>
              </a:ext>
            </a:extLst>
          </p:cNvPr>
          <p:cNvSpPr txBox="1"/>
          <p:nvPr/>
        </p:nvSpPr>
        <p:spPr>
          <a:xfrm>
            <a:off x="767161" y="2782669"/>
            <a:ext cx="16015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Mapping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AED22F-25EA-4E08-AAA3-8E75793C5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3628" y="207720"/>
            <a:ext cx="3219899" cy="281979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D9D5A23-0EEF-4DEF-8A20-A67B975ADDA6}"/>
              </a:ext>
            </a:extLst>
          </p:cNvPr>
          <p:cNvSpPr/>
          <p:nvPr/>
        </p:nvSpPr>
        <p:spPr>
          <a:xfrm>
            <a:off x="2717075" y="1698171"/>
            <a:ext cx="461554" cy="165463"/>
          </a:xfrm>
          <a:prstGeom prst="rect">
            <a:avLst/>
          </a:prstGeom>
          <a:noFill/>
          <a:ln w="12700">
            <a:solidFill>
              <a:schemeClr val="accent3"/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3E3F98-42CF-4BAE-8B29-E6EB6475DFBE}"/>
              </a:ext>
            </a:extLst>
          </p:cNvPr>
          <p:cNvSpPr/>
          <p:nvPr/>
        </p:nvSpPr>
        <p:spPr>
          <a:xfrm>
            <a:off x="3216729" y="1698170"/>
            <a:ext cx="368459" cy="165463"/>
          </a:xfrm>
          <a:prstGeom prst="rect">
            <a:avLst/>
          </a:prstGeom>
          <a:noFill/>
          <a:ln w="12700">
            <a:solidFill>
              <a:schemeClr val="accent6"/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ECA297A5-72C1-443F-A43F-8FBDA271705E}"/>
              </a:ext>
            </a:extLst>
          </p:cNvPr>
          <p:cNvCxnSpPr>
            <a:cxnSpLocks/>
            <a:endCxn id="7" idx="0"/>
          </p:cNvCxnSpPr>
          <p:nvPr/>
        </p:nvCxnSpPr>
        <p:spPr>
          <a:xfrm rot="10800000" flipV="1">
            <a:off x="2947852" y="1479739"/>
            <a:ext cx="3008812" cy="218431"/>
          </a:xfrm>
          <a:prstGeom prst="bentConnector2">
            <a:avLst/>
          </a:prstGeom>
          <a:ln w="28575">
            <a:solidFill>
              <a:schemeClr val="accent3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AF8582BF-766B-42A0-8676-37B7E6AB536C}"/>
              </a:ext>
            </a:extLst>
          </p:cNvPr>
          <p:cNvCxnSpPr>
            <a:cxnSpLocks/>
            <a:endCxn id="8" idx="2"/>
          </p:cNvCxnSpPr>
          <p:nvPr/>
        </p:nvCxnSpPr>
        <p:spPr>
          <a:xfrm rot="10800000">
            <a:off x="3400960" y="1863633"/>
            <a:ext cx="2593807" cy="615696"/>
          </a:xfrm>
          <a:prstGeom prst="bentConnector2">
            <a:avLst/>
          </a:prstGeom>
          <a:ln w="28575">
            <a:solidFill>
              <a:schemeClr val="accent6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E542B24-D89C-429F-87A8-CC461B85F0EB}"/>
              </a:ext>
            </a:extLst>
          </p:cNvPr>
          <p:cNvCxnSpPr>
            <a:cxnSpLocks/>
          </p:cNvCxnSpPr>
          <p:nvPr/>
        </p:nvCxnSpPr>
        <p:spPr>
          <a:xfrm>
            <a:off x="3753394" y="1698170"/>
            <a:ext cx="3849189" cy="261562"/>
          </a:xfrm>
          <a:prstGeom prst="line">
            <a:avLst/>
          </a:prstGeom>
          <a:ln w="28575">
            <a:solidFill>
              <a:schemeClr val="accent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71E3731-34F0-4D0D-89C3-F2B347C18620}"/>
              </a:ext>
            </a:extLst>
          </p:cNvPr>
          <p:cNvCxnSpPr>
            <a:cxnSpLocks/>
          </p:cNvCxnSpPr>
          <p:nvPr/>
        </p:nvCxnSpPr>
        <p:spPr>
          <a:xfrm>
            <a:off x="3975463" y="1850570"/>
            <a:ext cx="2780776" cy="932099"/>
          </a:xfrm>
          <a:prstGeom prst="line">
            <a:avLst/>
          </a:prstGeom>
          <a:ln w="28575">
            <a:solidFill>
              <a:schemeClr val="accent4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EC4B0C0-B5F5-4096-8C8D-A8C9B1E11B18}"/>
              </a:ext>
            </a:extLst>
          </p:cNvPr>
          <p:cNvCxnSpPr>
            <a:cxnSpLocks/>
          </p:cNvCxnSpPr>
          <p:nvPr/>
        </p:nvCxnSpPr>
        <p:spPr>
          <a:xfrm flipV="1">
            <a:off x="4159953" y="944596"/>
            <a:ext cx="2596286" cy="836305"/>
          </a:xfrm>
          <a:prstGeom prst="line">
            <a:avLst/>
          </a:prstGeom>
          <a:ln w="28575">
            <a:solidFill>
              <a:schemeClr val="accent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53FA9CC6-767B-4979-A0E2-7DEC9649AA0D}"/>
              </a:ext>
            </a:extLst>
          </p:cNvPr>
          <p:cNvSpPr/>
          <p:nvPr/>
        </p:nvSpPr>
        <p:spPr>
          <a:xfrm>
            <a:off x="3631736" y="1691639"/>
            <a:ext cx="222330" cy="165463"/>
          </a:xfrm>
          <a:prstGeom prst="rect">
            <a:avLst/>
          </a:prstGeom>
          <a:noFill/>
          <a:ln w="12700">
            <a:solidFill>
              <a:schemeClr val="accent2"/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9BDF555-6EB5-4592-A5B7-37223C40FA0F}"/>
              </a:ext>
            </a:extLst>
          </p:cNvPr>
          <p:cNvSpPr/>
          <p:nvPr/>
        </p:nvSpPr>
        <p:spPr>
          <a:xfrm>
            <a:off x="3888037" y="1702713"/>
            <a:ext cx="121943" cy="165463"/>
          </a:xfrm>
          <a:prstGeom prst="rect">
            <a:avLst/>
          </a:prstGeom>
          <a:noFill/>
          <a:ln w="12700">
            <a:solidFill>
              <a:schemeClr val="accent4"/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CD7448E-A211-48B5-AFC4-FD5F6C3E9933}"/>
              </a:ext>
            </a:extLst>
          </p:cNvPr>
          <p:cNvSpPr/>
          <p:nvPr/>
        </p:nvSpPr>
        <p:spPr>
          <a:xfrm>
            <a:off x="4038153" y="1685054"/>
            <a:ext cx="121943" cy="165463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642E103C-E0B7-4518-8C8E-3DEE8E1DDE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091" y="3429000"/>
            <a:ext cx="4067743" cy="48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0837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934324F-506B-444E-BC87-690DB32790A1}"/>
              </a:ext>
            </a:extLst>
          </p:cNvPr>
          <p:cNvCxnSpPr>
            <a:cxnSpLocks/>
            <a:stCxn id="30" idx="6"/>
            <a:endCxn id="38" idx="1"/>
          </p:cNvCxnSpPr>
          <p:nvPr/>
        </p:nvCxnSpPr>
        <p:spPr>
          <a:xfrm>
            <a:off x="4869963" y="931497"/>
            <a:ext cx="1708403" cy="404699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8CB0B3F-14E3-4E48-BB57-E1468C03BD57}"/>
              </a:ext>
            </a:extLst>
          </p:cNvPr>
          <p:cNvCxnSpPr>
            <a:cxnSpLocks/>
          </p:cNvCxnSpPr>
          <p:nvPr/>
        </p:nvCxnSpPr>
        <p:spPr>
          <a:xfrm>
            <a:off x="773723" y="2954215"/>
            <a:ext cx="6768122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1E18038-850C-4D48-B4BA-513C81F93676}"/>
              </a:ext>
            </a:extLst>
          </p:cNvPr>
          <p:cNvCxnSpPr>
            <a:cxnSpLocks/>
          </p:cNvCxnSpPr>
          <p:nvPr/>
        </p:nvCxnSpPr>
        <p:spPr>
          <a:xfrm flipV="1">
            <a:off x="2999934" y="2821353"/>
            <a:ext cx="0" cy="143608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32797DC-EC2A-47E0-AE30-E9AFA5D263F2}"/>
              </a:ext>
            </a:extLst>
          </p:cNvPr>
          <p:cNvCxnSpPr>
            <a:cxnSpLocks/>
          </p:cNvCxnSpPr>
          <p:nvPr/>
        </p:nvCxnSpPr>
        <p:spPr>
          <a:xfrm flipV="1">
            <a:off x="4840457" y="2809629"/>
            <a:ext cx="0" cy="143608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8541066-79B6-4DB7-8242-D48C3CB679C0}"/>
              </a:ext>
            </a:extLst>
          </p:cNvPr>
          <p:cNvCxnSpPr>
            <a:cxnSpLocks/>
          </p:cNvCxnSpPr>
          <p:nvPr/>
        </p:nvCxnSpPr>
        <p:spPr>
          <a:xfrm flipV="1">
            <a:off x="6657534" y="2813536"/>
            <a:ext cx="0" cy="143608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00D786-990D-46D8-89C3-CAB3B9FC6453}"/>
                  </a:ext>
                </a:extLst>
              </p:cNvPr>
              <p:cNvSpPr txBox="1"/>
              <p:nvPr/>
            </p:nvSpPr>
            <p:spPr>
              <a:xfrm>
                <a:off x="2817484" y="3091191"/>
                <a:ext cx="497215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1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1000" b="1" dirty="0">
                  <a:solidFill>
                    <a:schemeClr val="tx1"/>
                  </a:solidFill>
                  <a:latin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00D786-990D-46D8-89C3-CAB3B9FC64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7484" y="3091191"/>
                <a:ext cx="497215" cy="2462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F66C7BF-B542-494C-A388-AE686D084FA8}"/>
                  </a:ext>
                </a:extLst>
              </p:cNvPr>
              <p:cNvSpPr txBox="1"/>
              <p:nvPr/>
            </p:nvSpPr>
            <p:spPr>
              <a:xfrm>
                <a:off x="4638225" y="3076048"/>
                <a:ext cx="36576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sz="1000" b="1" dirty="0">
                  <a:solidFill>
                    <a:schemeClr val="tx1"/>
                  </a:solidFill>
                  <a:latin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F66C7BF-B542-494C-A388-AE686D084F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8225" y="3076048"/>
                <a:ext cx="365760" cy="2462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D2BA259-35AD-44B2-BA3A-633C985EC4C0}"/>
                  </a:ext>
                </a:extLst>
              </p:cNvPr>
              <p:cNvSpPr txBox="1"/>
              <p:nvPr/>
            </p:nvSpPr>
            <p:spPr>
              <a:xfrm>
                <a:off x="6378490" y="3073484"/>
                <a:ext cx="576347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1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1000" b="1" dirty="0">
                  <a:solidFill>
                    <a:schemeClr val="tx1"/>
                  </a:solidFill>
                  <a:latin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D2BA259-35AD-44B2-BA3A-633C985EC4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8490" y="3073484"/>
                <a:ext cx="576347" cy="2462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EA0354D-1E3B-46DB-B732-02D1A97E93EF}"/>
                  </a:ext>
                </a:extLst>
              </p:cNvPr>
              <p:cNvSpPr txBox="1"/>
              <p:nvPr/>
            </p:nvSpPr>
            <p:spPr>
              <a:xfrm>
                <a:off x="531836" y="4428757"/>
                <a:ext cx="10511303" cy="17191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9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At (k) (</a:t>
                </a:r>
                <a:r>
                  <a:rPr lang="en-US" dirty="0" err="1">
                    <a:latin typeface="Helvetica" panose="020B0604020202020204" pitchFamily="34" charset="0"/>
                    <a:cs typeface="Helvetica" panose="020B0604020202020204" pitchFamily="34" charset="0"/>
                  </a:rPr>
                  <a:t>traci.simulation.getTime</a:t>
                </a:r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()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), </a:t>
                </a:r>
                <a:r>
                  <a:rPr lang="en-US" sz="1800" dirty="0" err="1">
                    <a:latin typeface="Helvetica" panose="020B0604020202020204" pitchFamily="34" charset="0"/>
                    <a:cs typeface="Helvetica" panose="020B0604020202020204" pitchFamily="34" charset="0"/>
                  </a:rPr>
                  <a:t>getSpeed</a:t>
                </a:r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return speed at (k-1), </a:t>
                </a:r>
                <a:r>
                  <a:rPr lang="en-US" sz="1800" dirty="0" err="1">
                    <a:latin typeface="Helvetica" panose="020B0604020202020204" pitchFamily="34" charset="0"/>
                    <a:cs typeface="Helvetica" panose="020B0604020202020204" pitchFamily="34" charset="0"/>
                  </a:rPr>
                  <a:t>getAcceleration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return acceleration at (k-2)</a:t>
                </a:r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, if using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−2)</m:t>
                    </m:r>
                  </m:oMath>
                </a14:m>
                <a:endParaRPr lang="en-US" sz="18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285750" indent="-285750">
                  <a:lnSpc>
                    <a:spcPct val="90000"/>
                  </a:lnSpc>
                  <a:buFont typeface="Arial" panose="020B0604020202020204" pitchFamily="34" charset="0"/>
                  <a:buChar char="•"/>
                </a:pPr>
                <a:r>
                  <a:rPr lang="en-US" dirty="0" err="1">
                    <a:latin typeface="Helvetica" panose="020B0604020202020204" pitchFamily="34" charset="0"/>
                    <a:cs typeface="Helvetica" panose="020B0604020202020204" pitchFamily="34" charset="0"/>
                  </a:rPr>
                  <a:t>setPreviousSpeed</a:t>
                </a:r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at (k) will change speed (k-1), then SUMO calculate acceleration (k-1), return speed (k) at (k+1)</a:t>
                </a:r>
              </a:p>
              <a:p>
                <a:pPr marL="285750" indent="-285750">
                  <a:lnSpc>
                    <a:spcPct val="9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 err="1">
                    <a:latin typeface="Helvetica" panose="020B0604020202020204" pitchFamily="34" charset="0"/>
                    <a:cs typeface="Helvetica" panose="020B0604020202020204" pitchFamily="34" charset="0"/>
                  </a:rPr>
                  <a:t>setSpee</a:t>
                </a:r>
                <a:r>
                  <a:rPr lang="en-US" dirty="0" err="1">
                    <a:latin typeface="Helvetica" panose="020B0604020202020204" pitchFamily="34" charset="0"/>
                    <a:cs typeface="Helvetica" panose="020B0604020202020204" pitchFamily="34" charset="0"/>
                  </a:rPr>
                  <a:t>d</a:t>
                </a:r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at (k) will change speed (k)</a:t>
                </a:r>
              </a:p>
              <a:p>
                <a:pPr marL="285750" indent="-285750">
                  <a:lnSpc>
                    <a:spcPct val="9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Helvetica" panose="020B0604020202020204" pitchFamily="34" charset="0"/>
                      </a:rPr>
                      <m:t>𝑑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Helvetica" panose="020B0604020202020204" pitchFamily="34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Helvetica" panose="020B0604020202020204" pitchFamily="34" charset="0"/>
                          </a:rPr>
                          <m:t>𝑘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Helvetica" panose="020B0604020202020204" pitchFamily="34" charset="0"/>
                          </a:rPr>
                          <m:t>+1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cs typeface="Helvetica" panose="020B0604020202020204" pitchFamily="34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Helvetica" panose="020B0604020202020204" pitchFamily="34" charset="0"/>
                      </a:rPr>
                      <m:t>𝑑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Helvetica" panose="020B0604020202020204" pitchFamily="34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Helvetica" panose="020B0604020202020204" pitchFamily="34" charset="0"/>
                          </a:rPr>
                          <m:t>𝑘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cs typeface="Helvetica" panose="020B0604020202020204" pitchFamily="34" charset="0"/>
                      </a:rPr>
                      <m:t>+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Helvetica" panose="020B0604020202020204" pitchFamily="34" charset="0"/>
                      </a:rPr>
                      <m:t>𝑑𝑡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Helvetica" panose="020B0604020202020204" pitchFamily="34" charset="0"/>
                      </a:rPr>
                      <m:t>⋅</m:t>
                    </m:r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Helvetica" panose="020B0604020202020204" pitchFamily="34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Helvetica" panose="020B0604020202020204" pitchFamily="34" charset="0"/>
                          </a:rPr>
                          <m:t>𝑣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cs typeface="Helvetica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Helvetica" panose="020B0604020202020204" pitchFamily="34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Helvetica" panose="020B0604020202020204" pitchFamily="34" charset="0"/>
                          </a:rPr>
                          <m:t>+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Helvetica" panose="020B0604020202020204" pitchFamily="34" charset="0"/>
                          </a:rPr>
                          <m:t>𝑣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cs typeface="Helvetica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Helvetica" panose="020B0604020202020204" pitchFamily="34" charset="0"/>
                              </a:rPr>
                              <m:t>𝑡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Helvetica" panose="020B0604020202020204" pitchFamily="34" charset="0"/>
                              </a:rPr>
                              <m:t>+1</m:t>
                            </m:r>
                          </m:e>
                        </m:d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Helvetica" panose="020B0604020202020204" pitchFamily="34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18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EA0354D-1E3B-46DB-B732-02D1A97E93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836" y="4428757"/>
                <a:ext cx="10511303" cy="1719125"/>
              </a:xfrm>
              <a:prstGeom prst="rect">
                <a:avLst/>
              </a:prstGeom>
              <a:blipFill>
                <a:blip r:embed="rId5"/>
                <a:stretch>
                  <a:fillRect l="-348" t="-35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val 9">
            <a:extLst>
              <a:ext uri="{FF2B5EF4-FFF2-40B4-BE49-F238E27FC236}">
                <a16:creationId xmlns:a16="http://schemas.microsoft.com/office/drawing/2014/main" id="{6466597E-8FEF-4A91-82C0-70A06CD5FA36}"/>
              </a:ext>
            </a:extLst>
          </p:cNvPr>
          <p:cNvSpPr/>
          <p:nvPr/>
        </p:nvSpPr>
        <p:spPr>
          <a:xfrm>
            <a:off x="2930770" y="1219200"/>
            <a:ext cx="148493" cy="14849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50000"/>
              </a:schemeClr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1108F7D-A8FE-4D06-8DEF-4D3FEBF741ED}"/>
                  </a:ext>
                </a:extLst>
              </p:cNvPr>
              <p:cNvSpPr txBox="1"/>
              <p:nvPr/>
            </p:nvSpPr>
            <p:spPr>
              <a:xfrm>
                <a:off x="2543090" y="596007"/>
                <a:ext cx="875285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sz="1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en-US" sz="1000" dirty="0">
                  <a:solidFill>
                    <a:schemeClr val="tx1"/>
                  </a:solidFill>
                  <a:latin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1108F7D-A8FE-4D06-8DEF-4D3FEBF741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3090" y="596007"/>
                <a:ext cx="875285" cy="246221"/>
              </a:xfrm>
              <a:prstGeom prst="rect">
                <a:avLst/>
              </a:prstGeom>
              <a:blipFill>
                <a:blip r:embed="rId6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747DCCB-41BC-4496-90B5-296831CA350A}"/>
                  </a:ext>
                </a:extLst>
              </p:cNvPr>
              <p:cNvSpPr txBox="1"/>
              <p:nvPr/>
            </p:nvSpPr>
            <p:spPr>
              <a:xfrm>
                <a:off x="2771775" y="1449961"/>
                <a:ext cx="66333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en-US" sz="1000" dirty="0">
                  <a:solidFill>
                    <a:schemeClr val="tx1"/>
                  </a:solidFill>
                  <a:latin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747DCCB-41BC-4496-90B5-296831CA35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1775" y="1449961"/>
                <a:ext cx="663330" cy="246221"/>
              </a:xfrm>
              <a:prstGeom prst="rect">
                <a:avLst/>
              </a:prstGeom>
              <a:blipFill>
                <a:blip r:embed="rId7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1C870B4-42A4-4044-AD4D-44DC58D5262B}"/>
              </a:ext>
            </a:extLst>
          </p:cNvPr>
          <p:cNvCxnSpPr>
            <a:cxnSpLocks/>
            <a:stCxn id="10" idx="7"/>
          </p:cNvCxnSpPr>
          <p:nvPr/>
        </p:nvCxnSpPr>
        <p:spPr>
          <a:xfrm flipV="1">
            <a:off x="3057517" y="509588"/>
            <a:ext cx="1645452" cy="731358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944D3BB-A3F7-47E1-A882-E3595656C1A1}"/>
                  </a:ext>
                </a:extLst>
              </p:cNvPr>
              <p:cNvSpPr txBox="1"/>
              <p:nvPr/>
            </p:nvSpPr>
            <p:spPr>
              <a:xfrm>
                <a:off x="3284757" y="557909"/>
                <a:ext cx="875285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en-US" sz="1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en-US" sz="1000" dirty="0">
                  <a:solidFill>
                    <a:schemeClr val="tx1"/>
                  </a:solidFill>
                  <a:latin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944D3BB-A3F7-47E1-A882-E3595656C1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4757" y="557909"/>
                <a:ext cx="875285" cy="246221"/>
              </a:xfrm>
              <a:prstGeom prst="rect">
                <a:avLst/>
              </a:prstGeom>
              <a:blipFill>
                <a:blip r:embed="rId8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Multiplication Sign 23">
            <a:extLst>
              <a:ext uri="{FF2B5EF4-FFF2-40B4-BE49-F238E27FC236}">
                <a16:creationId xmlns:a16="http://schemas.microsoft.com/office/drawing/2014/main" id="{20E05D83-F6F3-41D2-A865-3862E7EFE650}"/>
              </a:ext>
            </a:extLst>
          </p:cNvPr>
          <p:cNvSpPr/>
          <p:nvPr/>
        </p:nvSpPr>
        <p:spPr>
          <a:xfrm>
            <a:off x="4647223" y="368300"/>
            <a:ext cx="267677" cy="267677"/>
          </a:xfrm>
          <a:prstGeom prst="mathMultiply">
            <a:avLst/>
          </a:prstGeom>
          <a:solidFill>
            <a:schemeClr val="bg1">
              <a:lumMod val="50000"/>
            </a:schemeClr>
          </a:solidFill>
          <a:ln w="38100">
            <a:noFill/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8D6C1F3-9E06-44DB-8727-BC3EBD20CC48}"/>
                  </a:ext>
                </a:extLst>
              </p:cNvPr>
              <p:cNvSpPr txBox="1"/>
              <p:nvPr/>
            </p:nvSpPr>
            <p:spPr>
              <a:xfrm>
                <a:off x="4322678" y="146050"/>
                <a:ext cx="875285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sz="1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dirty="0">
                  <a:solidFill>
                    <a:schemeClr val="tx1"/>
                  </a:solidFill>
                  <a:latin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8D6C1F3-9E06-44DB-8727-BC3EBD20CC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2678" y="146050"/>
                <a:ext cx="875285" cy="246221"/>
              </a:xfrm>
              <a:prstGeom prst="rect">
                <a:avLst/>
              </a:prstGeom>
              <a:blipFill>
                <a:blip r:embed="rId9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84D502F-A34E-4999-A788-5903C5EAAF55}"/>
              </a:ext>
            </a:extLst>
          </p:cNvPr>
          <p:cNvCxnSpPr>
            <a:cxnSpLocks/>
          </p:cNvCxnSpPr>
          <p:nvPr/>
        </p:nvCxnSpPr>
        <p:spPr>
          <a:xfrm flipV="1">
            <a:off x="3078577" y="952500"/>
            <a:ext cx="1626773" cy="326782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5CF69C8-4F44-4320-A881-21B413612B27}"/>
                  </a:ext>
                </a:extLst>
              </p:cNvPr>
              <p:cNvSpPr txBox="1"/>
              <p:nvPr/>
            </p:nvSpPr>
            <p:spPr>
              <a:xfrm>
                <a:off x="3595908" y="1100834"/>
                <a:ext cx="875285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en-US" sz="1000" dirty="0">
                  <a:solidFill>
                    <a:schemeClr val="tx1"/>
                  </a:solidFill>
                  <a:latin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5CF69C8-4F44-4320-A881-21B413612B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5908" y="1100834"/>
                <a:ext cx="875285" cy="246221"/>
              </a:xfrm>
              <a:prstGeom prst="rect">
                <a:avLst/>
              </a:prstGeom>
              <a:blipFill>
                <a:blip r:embed="rId10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D53B556-BC50-4DCD-91CC-D4919DAFF962}"/>
                  </a:ext>
                </a:extLst>
              </p:cNvPr>
              <p:cNvSpPr txBox="1"/>
              <p:nvPr/>
            </p:nvSpPr>
            <p:spPr>
              <a:xfrm>
                <a:off x="4296545" y="1005461"/>
                <a:ext cx="875285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dirty="0">
                  <a:solidFill>
                    <a:schemeClr val="tx1"/>
                  </a:solidFill>
                  <a:latin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D53B556-BC50-4DCD-91CC-D4919DAFF9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6545" y="1005461"/>
                <a:ext cx="875285" cy="246221"/>
              </a:xfrm>
              <a:prstGeom prst="rect">
                <a:avLst/>
              </a:prstGeom>
              <a:blipFill>
                <a:blip r:embed="rId11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Oval 29">
            <a:extLst>
              <a:ext uri="{FF2B5EF4-FFF2-40B4-BE49-F238E27FC236}">
                <a16:creationId xmlns:a16="http://schemas.microsoft.com/office/drawing/2014/main" id="{0373D959-D494-46DD-855F-2AD1109D1B37}"/>
              </a:ext>
            </a:extLst>
          </p:cNvPr>
          <p:cNvSpPr/>
          <p:nvPr/>
        </p:nvSpPr>
        <p:spPr>
          <a:xfrm>
            <a:off x="4721470" y="857250"/>
            <a:ext cx="148493" cy="14849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50000"/>
              </a:schemeClr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F52AAFE-B761-4141-B13B-062A2156CA29}"/>
              </a:ext>
            </a:extLst>
          </p:cNvPr>
          <p:cNvCxnSpPr>
            <a:cxnSpLocks/>
          </p:cNvCxnSpPr>
          <p:nvPr/>
        </p:nvCxnSpPr>
        <p:spPr>
          <a:xfrm>
            <a:off x="4850227" y="968131"/>
            <a:ext cx="1760123" cy="847969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Multiplication Sign 32">
            <a:extLst>
              <a:ext uri="{FF2B5EF4-FFF2-40B4-BE49-F238E27FC236}">
                <a16:creationId xmlns:a16="http://schemas.microsoft.com/office/drawing/2014/main" id="{0B540783-DAB2-4B7E-AD39-60DB48AE6CB3}"/>
              </a:ext>
            </a:extLst>
          </p:cNvPr>
          <p:cNvSpPr/>
          <p:nvPr/>
        </p:nvSpPr>
        <p:spPr>
          <a:xfrm>
            <a:off x="6507773" y="1681285"/>
            <a:ext cx="267677" cy="267677"/>
          </a:xfrm>
          <a:prstGeom prst="mathMultiply">
            <a:avLst/>
          </a:prstGeom>
          <a:solidFill>
            <a:schemeClr val="bg1">
              <a:lumMod val="50000"/>
            </a:schemeClr>
          </a:solidFill>
          <a:ln w="38100">
            <a:noFill/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4DBF5C2-80DA-46BF-8202-C01BE0B1620F}"/>
                  </a:ext>
                </a:extLst>
              </p:cNvPr>
              <p:cNvSpPr txBox="1"/>
              <p:nvPr/>
            </p:nvSpPr>
            <p:spPr>
              <a:xfrm>
                <a:off x="6218153" y="1892995"/>
                <a:ext cx="875285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sz="1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  <m:r>
                        <a:rPr lang="en-US" sz="1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dirty="0">
                  <a:solidFill>
                    <a:schemeClr val="tx1"/>
                  </a:solidFill>
                  <a:latin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4DBF5C2-80DA-46BF-8202-C01BE0B162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8153" y="1892995"/>
                <a:ext cx="875285" cy="246221"/>
              </a:xfrm>
              <a:prstGeom prst="rect">
                <a:avLst/>
              </a:prstGeom>
              <a:blipFill>
                <a:blip r:embed="rId12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152BE50-2BBE-45E7-AD83-63D9B7FF38C3}"/>
                  </a:ext>
                </a:extLst>
              </p:cNvPr>
              <p:cNvSpPr txBox="1"/>
              <p:nvPr/>
            </p:nvSpPr>
            <p:spPr>
              <a:xfrm>
                <a:off x="5226270" y="1418334"/>
                <a:ext cx="875285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en-US" sz="1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dirty="0">
                  <a:solidFill>
                    <a:schemeClr val="tx1"/>
                  </a:solidFill>
                  <a:latin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152BE50-2BBE-45E7-AD83-63D9B7FF38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6270" y="1418334"/>
                <a:ext cx="875285" cy="246221"/>
              </a:xfrm>
              <a:prstGeom prst="rect">
                <a:avLst/>
              </a:prstGeom>
              <a:blipFill>
                <a:blip r:embed="rId13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Oval 37">
            <a:extLst>
              <a:ext uri="{FF2B5EF4-FFF2-40B4-BE49-F238E27FC236}">
                <a16:creationId xmlns:a16="http://schemas.microsoft.com/office/drawing/2014/main" id="{EC32F594-6A34-441F-B24C-4CFE6BCD476D}"/>
              </a:ext>
            </a:extLst>
          </p:cNvPr>
          <p:cNvSpPr/>
          <p:nvPr/>
        </p:nvSpPr>
        <p:spPr>
          <a:xfrm>
            <a:off x="6556620" y="1314450"/>
            <a:ext cx="148493" cy="14849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50000"/>
              </a:schemeClr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E4A9E8B-2F24-48AC-8DBC-6EAC7CBC05C3}"/>
                  </a:ext>
                </a:extLst>
              </p:cNvPr>
              <p:cNvSpPr txBox="1"/>
              <p:nvPr/>
            </p:nvSpPr>
            <p:spPr>
              <a:xfrm>
                <a:off x="6249903" y="1003995"/>
                <a:ext cx="875285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  <m:r>
                        <a:rPr lang="en-US" sz="1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dirty="0">
                  <a:solidFill>
                    <a:schemeClr val="tx1"/>
                  </a:solidFill>
                  <a:latin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E4A9E8B-2F24-48AC-8DBC-6EAC7CBC05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9903" y="1003995"/>
                <a:ext cx="875285" cy="246221"/>
              </a:xfrm>
              <a:prstGeom prst="rect">
                <a:avLst/>
              </a:prstGeom>
              <a:blipFill>
                <a:blip r:embed="rId14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1C29A52-DBB5-4C1D-9763-6F58BF4EEF30}"/>
                  </a:ext>
                </a:extLst>
              </p:cNvPr>
              <p:cNvSpPr txBox="1"/>
              <p:nvPr/>
            </p:nvSpPr>
            <p:spPr>
              <a:xfrm>
                <a:off x="5410420" y="872234"/>
                <a:ext cx="875285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dirty="0">
                  <a:solidFill>
                    <a:schemeClr val="tx1"/>
                  </a:solidFill>
                  <a:latin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1C29A52-DBB5-4C1D-9763-6F58BF4EEF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0420" y="872234"/>
                <a:ext cx="875285" cy="246221"/>
              </a:xfrm>
              <a:prstGeom prst="rect">
                <a:avLst/>
              </a:prstGeom>
              <a:blipFill>
                <a:blip r:embed="rId15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2E07092D-C9AB-414A-9272-DB7A2ED00817}"/>
                  </a:ext>
                </a:extLst>
              </p:cNvPr>
              <p:cNvSpPr txBox="1"/>
              <p:nvPr/>
            </p:nvSpPr>
            <p:spPr>
              <a:xfrm>
                <a:off x="7147365" y="441542"/>
                <a:ext cx="3101535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1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n-US" sz="1100" b="0" i="1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̅"/>
                        <m:ctrlPr>
                          <a:rPr lang="en-US" sz="11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lang="en-US" sz="1100" b="0" i="1" dirty="0">
                    <a:latin typeface="Cambria Math" panose="02040503050406030204" pitchFamily="18" charset="0"/>
                  </a:rPr>
                  <a:t> </a:t>
                </a:r>
                <a:r>
                  <a:rPr lang="en-US" sz="11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speed, acceleration computed by SUMO</a:t>
                </a:r>
              </a:p>
              <a:p>
                <a14:m>
                  <m:oMath xmlns:m="http://schemas.openxmlformats.org/officeDocument/2006/math">
                    <m:r>
                      <a:rPr lang="en-US" sz="1100" b="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11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100" b="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100" dirty="0"/>
                  <a:t> </a:t>
                </a:r>
                <a:r>
                  <a:rPr lang="en-US" sz="11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speed, acceleration external control</a:t>
                </a: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2E07092D-C9AB-414A-9272-DB7A2ED008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7365" y="441542"/>
                <a:ext cx="3101535" cy="430887"/>
              </a:xfrm>
              <a:prstGeom prst="rect">
                <a:avLst/>
              </a:prstGeom>
              <a:blipFill>
                <a:blip r:embed="rId16"/>
                <a:stretch>
                  <a:fillRect t="-1408" b="-84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D4B4DEE7-368D-4A6A-9494-70A5B0EFAA55}"/>
              </a:ext>
            </a:extLst>
          </p:cNvPr>
          <p:cNvCxnSpPr>
            <a:cxnSpLocks/>
          </p:cNvCxnSpPr>
          <p:nvPr/>
        </p:nvCxnSpPr>
        <p:spPr>
          <a:xfrm>
            <a:off x="1419471" y="396143"/>
            <a:ext cx="4952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DA91ED6-04A9-40A6-89DC-DBF8885BE075}"/>
              </a:ext>
            </a:extLst>
          </p:cNvPr>
          <p:cNvCxnSpPr>
            <a:cxnSpLocks/>
          </p:cNvCxnSpPr>
          <p:nvPr/>
        </p:nvCxnSpPr>
        <p:spPr>
          <a:xfrm>
            <a:off x="1462456" y="783005"/>
            <a:ext cx="4952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86419122-8B28-4B96-9AEB-0AFEFE1FBEE2}"/>
              </a:ext>
            </a:extLst>
          </p:cNvPr>
          <p:cNvSpPr txBox="1"/>
          <p:nvPr/>
        </p:nvSpPr>
        <p:spPr>
          <a:xfrm>
            <a:off x="666397" y="273061"/>
            <a:ext cx="58328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Helvetica" panose="020B0604020202020204" pitchFamily="34" charset="0"/>
              </a:rPr>
              <a:t>Actual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FE19DDC-40D4-46DB-BDE6-41CFC7A1633D}"/>
              </a:ext>
            </a:extLst>
          </p:cNvPr>
          <p:cNvSpPr txBox="1"/>
          <p:nvPr/>
        </p:nvSpPr>
        <p:spPr>
          <a:xfrm>
            <a:off x="615988" y="606582"/>
            <a:ext cx="8752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Helvetica" panose="020B0604020202020204" pitchFamily="34" charset="0"/>
              </a:rPr>
              <a:t>SUMO computed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4422589-2920-432B-BDB4-E9158C1966E3}"/>
              </a:ext>
            </a:extLst>
          </p:cNvPr>
          <p:cNvCxnSpPr>
            <a:cxnSpLocks/>
            <a:endCxn id="10" idx="3"/>
          </p:cNvCxnSpPr>
          <p:nvPr/>
        </p:nvCxnSpPr>
        <p:spPr>
          <a:xfrm flipV="1">
            <a:off x="1422400" y="1345947"/>
            <a:ext cx="1530116" cy="7095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E591B8E-2BF6-445D-84F8-9ABFDEA651FB}"/>
              </a:ext>
            </a:extLst>
          </p:cNvPr>
          <p:cNvCxnSpPr>
            <a:cxnSpLocks/>
          </p:cNvCxnSpPr>
          <p:nvPr/>
        </p:nvCxnSpPr>
        <p:spPr>
          <a:xfrm flipV="1">
            <a:off x="1428009" y="930031"/>
            <a:ext cx="1557468" cy="1111992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Multiplication Sign 38">
            <a:extLst>
              <a:ext uri="{FF2B5EF4-FFF2-40B4-BE49-F238E27FC236}">
                <a16:creationId xmlns:a16="http://schemas.microsoft.com/office/drawing/2014/main" id="{7918669C-3680-48CA-B676-A9181FE3DDB3}"/>
              </a:ext>
            </a:extLst>
          </p:cNvPr>
          <p:cNvSpPr/>
          <p:nvPr/>
        </p:nvSpPr>
        <p:spPr>
          <a:xfrm>
            <a:off x="2877039" y="802054"/>
            <a:ext cx="267677" cy="267677"/>
          </a:xfrm>
          <a:prstGeom prst="mathMultiply">
            <a:avLst/>
          </a:prstGeom>
          <a:solidFill>
            <a:schemeClr val="bg1">
              <a:lumMod val="50000"/>
            </a:schemeClr>
          </a:solidFill>
          <a:ln w="38100">
            <a:noFill/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5401AF0-4174-4AA5-98D1-4DECF5364B23}"/>
              </a:ext>
            </a:extLst>
          </p:cNvPr>
          <p:cNvSpPr/>
          <p:nvPr/>
        </p:nvSpPr>
        <p:spPr>
          <a:xfrm>
            <a:off x="1378195" y="1966913"/>
            <a:ext cx="148493" cy="14849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50000"/>
              </a:schemeClr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E342BB5-7993-415C-AFC9-EB321F8F26AA}"/>
                  </a:ext>
                </a:extLst>
              </p:cNvPr>
              <p:cNvSpPr txBox="1"/>
              <p:nvPr/>
            </p:nvSpPr>
            <p:spPr>
              <a:xfrm>
                <a:off x="962025" y="1665861"/>
                <a:ext cx="66333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−2)</m:t>
                      </m:r>
                    </m:oMath>
                  </m:oMathPara>
                </a14:m>
                <a:endParaRPr lang="en-US" sz="1000" dirty="0">
                  <a:solidFill>
                    <a:schemeClr val="tx1"/>
                  </a:solidFill>
                  <a:latin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E342BB5-7993-415C-AFC9-EB321F8F2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025" y="1665861"/>
                <a:ext cx="663330" cy="246221"/>
              </a:xfrm>
              <a:prstGeom prst="rect">
                <a:avLst/>
              </a:prstGeom>
              <a:blipFill>
                <a:blip r:embed="rId17"/>
                <a:stretch>
                  <a:fillRect b="-48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D5F4779-F2A2-40DC-B804-14F6E8CDC05B}"/>
                  </a:ext>
                </a:extLst>
              </p:cNvPr>
              <p:cNvSpPr txBox="1"/>
              <p:nvPr/>
            </p:nvSpPr>
            <p:spPr>
              <a:xfrm>
                <a:off x="1621057" y="1173859"/>
                <a:ext cx="875285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en-US" sz="1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−2)</m:t>
                      </m:r>
                    </m:oMath>
                  </m:oMathPara>
                </a14:m>
                <a:endParaRPr lang="en-US" sz="1000" dirty="0">
                  <a:solidFill>
                    <a:schemeClr val="tx1"/>
                  </a:solidFill>
                  <a:latin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D5F4779-F2A2-40DC-B804-14F6E8CDC0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1057" y="1173859"/>
                <a:ext cx="875285" cy="246221"/>
              </a:xfrm>
              <a:prstGeom prst="rect">
                <a:avLst/>
              </a:prstGeom>
              <a:blipFill>
                <a:blip r:embed="rId18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BDB8EBF-FA28-47B3-A546-958E326798B7}"/>
                  </a:ext>
                </a:extLst>
              </p:cNvPr>
              <p:cNvSpPr txBox="1"/>
              <p:nvPr/>
            </p:nvSpPr>
            <p:spPr>
              <a:xfrm>
                <a:off x="1932208" y="1716784"/>
                <a:ext cx="875285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−2)</m:t>
                      </m:r>
                    </m:oMath>
                  </m:oMathPara>
                </a14:m>
                <a:endParaRPr lang="en-US" sz="1000" dirty="0">
                  <a:solidFill>
                    <a:schemeClr val="tx1"/>
                  </a:solidFill>
                  <a:latin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BDB8EBF-FA28-47B3-A546-958E326798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2208" y="1716784"/>
                <a:ext cx="875285" cy="246221"/>
              </a:xfrm>
              <a:prstGeom prst="rect">
                <a:avLst/>
              </a:prstGeom>
              <a:blipFill>
                <a:blip r:embed="rId19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Multiplication Sign 44">
            <a:extLst>
              <a:ext uri="{FF2B5EF4-FFF2-40B4-BE49-F238E27FC236}">
                <a16:creationId xmlns:a16="http://schemas.microsoft.com/office/drawing/2014/main" id="{6C6C4777-E60E-43D4-9AE0-096C3D9D5817}"/>
              </a:ext>
            </a:extLst>
          </p:cNvPr>
          <p:cNvSpPr/>
          <p:nvPr/>
        </p:nvSpPr>
        <p:spPr>
          <a:xfrm>
            <a:off x="1314939" y="2453054"/>
            <a:ext cx="267677" cy="267677"/>
          </a:xfrm>
          <a:prstGeom prst="mathMultiply">
            <a:avLst/>
          </a:prstGeom>
          <a:solidFill>
            <a:schemeClr val="bg1">
              <a:lumMod val="50000"/>
            </a:schemeClr>
          </a:solidFill>
          <a:ln w="38100">
            <a:noFill/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D56FB50-C54D-4C6C-95C7-86D3D09E4A4F}"/>
                  </a:ext>
                </a:extLst>
              </p:cNvPr>
              <p:cNvSpPr txBox="1"/>
              <p:nvPr/>
            </p:nvSpPr>
            <p:spPr>
              <a:xfrm>
                <a:off x="1558925" y="2427861"/>
                <a:ext cx="66333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sz="1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−2)</m:t>
                      </m:r>
                    </m:oMath>
                  </m:oMathPara>
                </a14:m>
                <a:endParaRPr lang="en-US" sz="1000" dirty="0">
                  <a:solidFill>
                    <a:schemeClr val="tx1"/>
                  </a:solidFill>
                  <a:latin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D56FB50-C54D-4C6C-95C7-86D3D09E4A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8925" y="2427861"/>
                <a:ext cx="663330" cy="246221"/>
              </a:xfrm>
              <a:prstGeom prst="rect">
                <a:avLst/>
              </a:prstGeom>
              <a:blipFill>
                <a:blip r:embed="rId20"/>
                <a:stretch>
                  <a:fillRect b="-48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E93F5E7-9A21-4F45-A238-030300980E3A}"/>
                  </a:ext>
                </a:extLst>
              </p:cNvPr>
              <p:cNvSpPr txBox="1"/>
              <p:nvPr/>
            </p:nvSpPr>
            <p:spPr>
              <a:xfrm>
                <a:off x="7656195" y="2503804"/>
                <a:ext cx="355282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10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Integration step</a:t>
                </a:r>
                <a:endParaRPr lang="en-US" sz="10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000" i="1" dirty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sz="1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10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00" i="1" dirty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sz="1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000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1000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000" i="1" dirty="0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sz="1000" i="1" dirty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000" i="1" dirty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000" i="1" dirty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000" i="1" dirty="0"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en-US" sz="1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E93F5E7-9A21-4F45-A238-030300980E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6195" y="2503804"/>
                <a:ext cx="3552825" cy="369332"/>
              </a:xfrm>
              <a:prstGeom prst="rect">
                <a:avLst/>
              </a:prstGeom>
              <a:blipFill>
                <a:blip r:embed="rId21"/>
                <a:stretch>
                  <a:fillRect t="-5000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7400081"/>
      </p:ext>
    </p:extLst>
  </p:cSld>
  <p:clrMapOvr>
    <a:masterClrMapping/>
  </p:clrMapOvr>
</p:sld>
</file>

<file path=ppt/theme/theme1.xml><?xml version="1.0" encoding="utf-8"?>
<a:theme xmlns:a="http://schemas.openxmlformats.org/drawingml/2006/main" name="ORNL_better">
  <a:themeElements>
    <a:clrScheme name="ORNL theme colors 180717 final">
      <a:dk1>
        <a:sysClr val="windowText" lastClr="000000"/>
      </a:dk1>
      <a:lt1>
        <a:sysClr val="window" lastClr="FFFFFF"/>
      </a:lt1>
      <a:dk2>
        <a:srgbClr val="447E59"/>
      </a:dk2>
      <a:lt2>
        <a:srgbClr val="FFFFFF"/>
      </a:lt2>
      <a:accent1>
        <a:srgbClr val="3BA2AD"/>
      </a:accent1>
      <a:accent2>
        <a:srgbClr val="8FBB55"/>
      </a:accent2>
      <a:accent3>
        <a:srgbClr val="5785B7"/>
      </a:accent3>
      <a:accent4>
        <a:srgbClr val="E5A940"/>
      </a:accent4>
      <a:accent5>
        <a:srgbClr val="919785"/>
      </a:accent5>
      <a:accent6>
        <a:srgbClr val="CB4D3D"/>
      </a:accent6>
      <a:hlink>
        <a:srgbClr val="397D52"/>
      </a:hlink>
      <a:folHlink>
        <a:srgbClr val="000000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 w="38100">
          <a:solidFill>
            <a:schemeClr val="bg2"/>
          </a:solidFill>
          <a:miter lim="800000"/>
        </a:ln>
        <a:effectLst/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/>
      </a:spPr>
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<a:prstTxWarp prst="textNoShape">
          <a:avLst/>
        </a:prstTxWarp>
        <a:noAutofit/>
      </a:bodyPr>
      <a:lstStyle>
        <a:defPPr algn="l">
          <a:lnSpc>
            <a:spcPct val="90000"/>
          </a:lnSpc>
          <a:defRPr dirty="0" smtClean="0">
            <a:solidFill>
              <a:schemeClr val="tx1"/>
            </a:solidFill>
          </a:defRPr>
        </a:defPPr>
      </a:lstStyle>
      <a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bg1">
              <a:lumMod val="50000"/>
            </a:schemeClr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defRPr dirty="0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RNL_better" id="{D404F814-0BD1-4CED-ABEF-28907CB1E0EF}" vid="{7C2B8F02-9A27-4313-8D1D-9412546A30CE}"/>
    </a:ext>
  </a:extLst>
</a:theme>
</file>

<file path=ppt/theme/theme2.xml><?xml version="1.0" encoding="utf-8"?>
<a:theme xmlns:a="http://schemas.openxmlformats.org/drawingml/2006/main" name="1_ORNL_Better">
  <a:themeElements>
    <a:clrScheme name="ORNL theme colors 180717 final">
      <a:dk1>
        <a:sysClr val="windowText" lastClr="000000"/>
      </a:dk1>
      <a:lt1>
        <a:sysClr val="window" lastClr="FFFFFF"/>
      </a:lt1>
      <a:dk2>
        <a:srgbClr val="447E59"/>
      </a:dk2>
      <a:lt2>
        <a:srgbClr val="FFFFFF"/>
      </a:lt2>
      <a:accent1>
        <a:srgbClr val="3BA2AD"/>
      </a:accent1>
      <a:accent2>
        <a:srgbClr val="8FBB55"/>
      </a:accent2>
      <a:accent3>
        <a:srgbClr val="5785B7"/>
      </a:accent3>
      <a:accent4>
        <a:srgbClr val="E5A940"/>
      </a:accent4>
      <a:accent5>
        <a:srgbClr val="919785"/>
      </a:accent5>
      <a:accent6>
        <a:srgbClr val="CB4D3D"/>
      </a:accent6>
      <a:hlink>
        <a:srgbClr val="397D52"/>
      </a:hlink>
      <a:folHlink>
        <a:srgbClr val="000000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 w="38100">
          <a:solidFill>
            <a:schemeClr val="bg2"/>
          </a:solidFill>
          <a:miter lim="800000"/>
        </a:ln>
        <a:effectLst/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/>
      </a:spPr>
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<a:prstTxWarp prst="textNoShape">
          <a:avLst/>
        </a:prstTxWarp>
        <a:noAutofit/>
      </a:bodyPr>
      <a:lstStyle>
        <a:defPPr algn="l">
          <a:lnSpc>
            <a:spcPct val="90000"/>
          </a:lnSpc>
          <a:defRPr dirty="0" smtClean="0">
            <a:solidFill>
              <a:schemeClr val="tx1"/>
            </a:solidFill>
          </a:defRPr>
        </a:defPPr>
      </a:lstStyle>
      <a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bg1">
              <a:lumMod val="50000"/>
            </a:schemeClr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defRPr dirty="0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RNL_Better" id="{5A27E0EF-99D7-40C0-B456-65DB963ED7CB}" vid="{A72BD95A-B151-4477-8079-4CCFA48BC1E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ORNL_better</Template>
  <TotalTime>49574</TotalTime>
  <Words>3630</Words>
  <Application>Microsoft Office PowerPoint</Application>
  <PresentationFormat>Widescreen</PresentationFormat>
  <Paragraphs>783</Paragraphs>
  <Slides>42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42</vt:i4>
      </vt:variant>
    </vt:vector>
  </HeadingPairs>
  <TitlesOfParts>
    <vt:vector size="52" baseType="lpstr">
      <vt:lpstr>Arial</vt:lpstr>
      <vt:lpstr>Arial Black</vt:lpstr>
      <vt:lpstr>Calibri</vt:lpstr>
      <vt:lpstr>Cambria Math</vt:lpstr>
      <vt:lpstr>Century Gothic</vt:lpstr>
      <vt:lpstr>Consolas</vt:lpstr>
      <vt:lpstr>Helvetica</vt:lpstr>
      <vt:lpstr>Open Sans</vt:lpstr>
      <vt:lpstr>ORNL_better</vt:lpstr>
      <vt:lpstr>1_ORNL_Better</vt:lpstr>
      <vt:lpstr>Co-Simulation and Integration – Current Focus</vt:lpstr>
      <vt:lpstr>Debate: Existing interface VS Fully customized interface</vt:lpstr>
      <vt:lpstr>PowerPoint Presentation</vt:lpstr>
      <vt:lpstr>PowerPoint Presentation</vt:lpstr>
      <vt:lpstr>PowerPoint Presentation</vt:lpstr>
      <vt:lpstr>Further notes</vt:lpstr>
      <vt:lpstr>What’s included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Current support vehicle data list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Current support vehicle data list</dc:title>
  <dc:creator>Shao, Yunli</dc:creator>
  <cp:lastModifiedBy>Yu Sun</cp:lastModifiedBy>
  <cp:revision>194</cp:revision>
  <cp:lastPrinted>2022-07-06T16:51:20Z</cp:lastPrinted>
  <dcterms:created xsi:type="dcterms:W3CDTF">2022-02-02T16:46:11Z</dcterms:created>
  <dcterms:modified xsi:type="dcterms:W3CDTF">2026-02-15T18:36:50Z</dcterms:modified>
</cp:coreProperties>
</file>