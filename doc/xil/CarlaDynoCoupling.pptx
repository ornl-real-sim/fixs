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51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A9611A"/>
                </a:solidFill>
                <a:latin typeface="Consolas"/>
              </a:rPr>
              <a:t>FIXS  ·  XIL BENCH  ·  DESIGN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81328"/>
            <a:ext cx="10241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111820"/>
                </a:solidFill>
                <a:latin typeface="Bahnschrift"/>
              </a:rPr>
              <a:t>Axle Dyno ↔ CARLA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8961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764"/>
                </a:solidFill>
                <a:latin typeface="Segoe UI"/>
              </a:rPr>
              <a:t>The dyno loop needs one signal from the vehicle model. CarMaker puts it on the wire. CARLA will not, and no configuration changes that — so the two designs here are two ways of routing around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886200"/>
            <a:ext cx="7498080" cy="658368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I * dw/dt  =  Taxl  +  Trq_T2W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A9611A"/>
                </a:solidFill>
                <a:latin typeface="Consolas"/>
              </a:rPr>
              <a:t>                          ^^^^^^^  CARLA will not give you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4"/>
                </a:solidFill>
                <a:latin typeface="Consolas"/>
              </a:rPr>
              <a:t>Design A   impose the speed      dyno owns longitudinal, CARLA is told the answer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A5764"/>
                </a:solidFill>
                <a:latin typeface="Consolas"/>
              </a:rPr>
              <a:t>Design B   inject the torque     CARLA's tire and body run, speed recovered from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1324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723"/>
                </a:solidFill>
                <a:latin typeface="Consolas"/>
              </a:rPr>
              <a:t>Both are lumped single-axis. Per-wheel needs a fork.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02 / 06</a:t>
            </a:r>
            <a:r>
              <a:rPr sz="900">
                <a:solidFill>
                  <a:srgbClr val="78838F"/>
                </a:solidFill>
                <a:latin typeface="Consolas"/>
              </a:rPr>
              <a:t>    THE WALL — ON 0.9.15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What CARLA 0.9.15 will and will not tell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The data exists and is computed every tick. On 0.9.15 there is no way to ask for it. On 0.9.16 there is — see slide 06.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28800"/>
            <a:ext cx="5394960" cy="187452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READABLE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get_velocity          get_transform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get_angular_velocity  get_control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get_acceleration      get_physics_control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get_wheel_steer_angle    &lt;- the only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                          per-wheel getter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828800"/>
            <a:ext cx="5394960" cy="1874520"/>
          </a:xfrm>
          <a:prstGeom prst="rect">
            <a:avLst/>
          </a:prstGeom>
          <a:solidFill>
            <a:srgbClr val="F3DED8"/>
          </a:solidFill>
          <a:ln w="2540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NOT READABLE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wheel speed        omega_i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longitudinal slip  kappa_i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tire force         Fx_i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normal load        Fz_i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wheel torque       Trq_T2W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91363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764"/>
                </a:solidFill>
                <a:latin typeface="Segoe UI"/>
              </a:rPr>
              <a:t>but all of it is already computed and stored: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224528"/>
            <a:ext cx="11064240" cy="1060704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11820"/>
                </a:solidFill>
                <a:latin typeface="Consolas"/>
              </a:rPr>
              <a:t>UVehicleWheel  (UE4)   DebugLongSlip   DebugLatSlip    DebugTireLoad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111820"/>
                </a:solidFill>
                <a:latin typeface="Consolas"/>
              </a:rPr>
              <a:t>                       DebugWheelTorque  DebugLongForce  DebugLatForce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8838F"/>
                </a:solidFill>
                <a:latin typeface="Consolas"/>
              </a:rPr>
              <a:t>CARLA already holds the pointer: CarlaWheeledVehicle.cpp:309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A9611A"/>
                </a:solidFill>
                <a:latin typeface="Consolas"/>
              </a:rPr>
              <a:t>show_debug_telemetry renders them to the HUD.  There is no RPC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468112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3723"/>
                </a:solidFill>
                <a:latin typeface="Consolas"/>
              </a:rPr>
              <a:t>Consequence on 0.9.15: Trq_T2W and omega_i are both unavailable, and the two designs that follow are ways of living with that.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03 / 06</a:t>
            </a:r>
            <a:r>
              <a:rPr sz="900">
                <a:solidFill>
                  <a:srgbClr val="78838F"/>
                </a:solidFill>
                <a:latin typeface="Consolas"/>
              </a:rPr>
              <a:t>    DESIGN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Impose the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The dyno owns all longitudinal dynamics, including road load from the vehicle's own measured coefficients. CARLA is told the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847088"/>
            <a:ext cx="3200400" cy="1417320"/>
          </a:xfrm>
          <a:prstGeom prst="rect">
            <a:avLst/>
          </a:prstGeom>
          <a:solidFill>
            <a:srgbClr val="F2E4D3"/>
          </a:solidFill>
          <a:ln w="25400">
            <a:solidFill>
              <a:srgbClr val="A961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611A"/>
                </a:solidFill>
                <a:latin typeface="Bahnschrift"/>
              </a:rPr>
              <a:t>DYNO + ROAD LOAD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Taxl from the real vehicle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A, B, C from real coastdown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-&gt; v(k)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98848" y="1847088"/>
            <a:ext cx="3200400" cy="1417320"/>
          </a:xfrm>
          <a:prstGeom prst="rect">
            <a:avLst/>
          </a:prstGeom>
          <a:solidFill>
            <a:srgbClr val="D9E9EA"/>
          </a:solidFill>
          <a:ln w="1905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CARLA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enable_constant_velocity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( v, 0, 0 )  body frame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pose · lateral · traffic</a:t>
            </a:r>
          </a:p>
        </p:txBody>
      </p:sp>
      <p:sp>
        <p:nvSpPr>
          <p:cNvPr id="8" name="Rectangle 7"/>
          <p:cNvSpPr/>
          <p:nvPr/>
        </p:nvSpPr>
        <p:spPr>
          <a:xfrm>
            <a:off x="8430768" y="1847088"/>
            <a:ext cx="3200400" cy="1417320"/>
          </a:xfrm>
          <a:prstGeom prst="rect">
            <a:avLst/>
          </a:prstGeom>
          <a:noFill/>
          <a:ln w="25400">
            <a:solidFill>
              <a:srgbClr val="111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11820"/>
                </a:solidFill>
                <a:latin typeface="Bahnschrift"/>
              </a:rPr>
              <a:t>HUB DYNOS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w_cmd_i = v / r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evenly to all units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longitudinal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67328" y="2487168"/>
            <a:ext cx="676656" cy="0"/>
          </a:xfrm>
          <a:prstGeom prst="line">
            <a:avLst/>
          </a:prstGeom>
          <a:ln w="31750">
            <a:solidFill>
              <a:srgbClr val="A961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699248" y="2487168"/>
            <a:ext cx="676656" cy="0"/>
          </a:xfrm>
          <a:prstGeom prst="line">
            <a:avLst/>
          </a:prstGeom>
          <a:ln w="31750">
            <a:solidFill>
              <a:srgbClr val="1B646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34747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MEASURED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749040"/>
            <a:ext cx="55778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rejects any external force completely; the residual is exactly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one integration step of it and does not accumulate.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On a 20-degree slope the error was 0.069 m/s -- 0.46%.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wheels keep up:  tau = J_w*v/(r^2*Cs) = 3.4e-4 * 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10 m/s -&gt; 3.4 ms    20 -&gt; 6.8 ms    30 -&gt; 10.2 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against a 20-50 ms tick, 3 to 15 time constants.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4747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WHAT IT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4904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writing along the nose imposes ZERO SIDESLIP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measured 0.45 deg, against 21 deg for a free car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in the same corner.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/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car moves exactly where it points. Yaw is still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dynamic, so the path is right -- what you lose is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drift, oversteer, anything at the friction limit.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58384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Use enable_constant_velocity, not set_target_velocity: the former is latched and in body frame (held 15.00 m/s indefinitely,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7784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within 1.3 deg of the nose through a 130 deg turn). The latter is a one-shot world-frame write. Both need physics ENABLED.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04 / 06</a:t>
            </a:r>
            <a:r>
              <a:rPr sz="900">
                <a:solidFill>
                  <a:srgbClr val="78838F"/>
                </a:solidFill>
                <a:latin typeface="Consolas"/>
              </a:rPr>
              <a:t>    DESIGN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Inject the torque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CARLA's own tire, wheel and body physics run. The bench feeds torque through the pedals; the wheel speed is recovered from the body's motion.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92224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33723"/>
                </a:solidFill>
                <a:latin typeface="Bahnschrift"/>
              </a:rPr>
              <a:t>FIRST: the drivetrain has to be flattened, or throttle is not a torque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2103120"/>
            <a:ext cx="5394960" cy="1097280"/>
          </a:xfrm>
          <a:prstGeom prst="rect">
            <a:avLst/>
          </a:prstGeom>
          <a:solidFill>
            <a:srgbClr val="F3DED8"/>
          </a:solidFill>
          <a:ln w="2540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33723"/>
                </a:solidFill>
                <a:latin typeface="Consolas"/>
              </a:rPr>
              <a:t>STOCK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moi = 1.0 through final_ratio = 9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  = 81 kg m^2 at the wheel = 592 kg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plus clutch slip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MEASURED: 47% spread across throttle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6208" y="2103120"/>
            <a:ext cx="5394960" cy="1097280"/>
          </a:xfrm>
          <a:prstGeom prst="rect">
            <a:avLst/>
          </a:prstGeom>
          <a:solidFill>
            <a:srgbClr val="D9E9EA"/>
          </a:solidFill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46D"/>
                </a:solidFill>
                <a:latin typeface="Consolas"/>
              </a:rPr>
              <a:t>FLATTENED  (setup-time, once)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moi 0.01 · clutch 1e4 · final 1.0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one gear 1.0 · autobox off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flat torque curve · damping 0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MEASURED: 2.7% spread, 1.1% of predicted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61888" y="2651760"/>
            <a:ext cx="219456" cy="0"/>
          </a:xfrm>
          <a:prstGeom prst="line">
            <a:avLst/>
          </a:prstGeom>
          <a:ln w="31750">
            <a:solidFill>
              <a:srgbClr val="1118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66928" y="3364992"/>
            <a:ext cx="11064240" cy="786384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611A"/>
                </a:solidFill>
                <a:latin typeface="Consolas"/>
              </a:rPr>
              <a:t>Taxl &gt;= 0 :  throttle = Taxl / T0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A9611A"/>
                </a:solidFill>
                <a:latin typeface="Consolas"/>
              </a:rPr>
              <a:t>Taxl &lt;  0 :  brake    = |Taxl| / ( n_wheels * max_brake_torque 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31596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11820"/>
                </a:solidFill>
                <a:latin typeface="Bahnschrift"/>
              </a:rPr>
              <a:t>THEN: recover the wheel speed from the body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626864"/>
            <a:ext cx="11064240" cy="969264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sum Fx  =  m * dv/dt  +  Fres(v)  +  m*g*sin(theta)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111820"/>
                </a:solidFill>
                <a:latin typeface="Consolas"/>
              </a:rPr>
              <a:t>Trq_T2W =  -r * sum Fx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78838F"/>
                </a:solidFill>
                <a:latin typeface="Consolas"/>
              </a:rPr>
              <a:t>Fres is the ONLY chassis force besides gravity -- everything else is inside Fx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760720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33723"/>
                </a:solidFill>
                <a:latin typeface="Consolas"/>
              </a:rPr>
              <a:t>Difference get_velocity for dv/dt. Do NOT use get_acceleration -- it read 15.55 m/s^2 vertically on a stationary car.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05 / 06</a:t>
            </a:r>
            <a:r>
              <a:rPr sz="900">
                <a:solidFill>
                  <a:srgbClr val="78838F"/>
                </a:solidFill>
                <a:latin typeface="Consolas"/>
              </a:rPr>
              <a:t>   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Both designs are lumped, single-axis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Not by choice. The public API constrains it at both ends, so a per-wheel hub dyno gains nothing from Design B over Design 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920240"/>
            <a:ext cx="5394960" cy="1188720"/>
          </a:xfrm>
          <a:prstGeom prst="rect">
            <a:avLst/>
          </a:prstGeom>
          <a:noFill/>
          <a:ln w="2540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723"/>
                </a:solidFill>
                <a:latin typeface="Consolas"/>
              </a:rPr>
              <a:t>IN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throttle is ONE scalar. Torque reaches the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wheels through CARLA's differential, which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decides the split.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Left and right cannot be commanded apart.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36208" y="1920240"/>
            <a:ext cx="5394960" cy="1188720"/>
          </a:xfrm>
          <a:prstGeom prst="rect">
            <a:avLst/>
          </a:prstGeom>
          <a:noFill/>
          <a:ln w="25400">
            <a:solidFill>
              <a:srgbClr val="933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933723"/>
                </a:solidFill>
                <a:latin typeface="Consolas"/>
              </a:rPr>
              <a:t>OUT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vdot inverse yields sum Fx from body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acceleration. Splitting it per wheel needs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per-wheel Fz and slip.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Neither is exposed.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3101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646D"/>
                </a:solidFill>
                <a:latin typeface="Bahnschrift"/>
              </a:rPr>
              <a:t>THE ONLY PER-WHEEL PATH IS A FORK — and the engine class already exists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657600"/>
            <a:ext cx="11064240" cy="1207008"/>
          </a:xfrm>
          <a:prstGeom prst="rect">
            <a:avLst/>
          </a:prstGeom>
          <a:solidFill>
            <a:srgbClr val="D9E9EA"/>
          </a:solidFill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46D"/>
                </a:solidFill>
                <a:latin typeface="Consolas"/>
              </a:rPr>
              <a:t>USimpleWheeledVehicleMovementComponent   -&gt;   PxVehicleNoDrive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"a simple PxNoDrive which will give us suspension but no engine forces which we leave to the user"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void SetDriveTorque(float DriveTorque, int32 WheelIndex);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void SetBrakeTorque(float BrakeTorque, int32 WheelIndex);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void SetSteerAngle (float SteerAngle,  int32 WheelIndex);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5047488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Per-wheel torque, no engine, suspension and tires intact. What is missing is a CARLA vehicle class that uses it -- CARLA already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266944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838F"/>
                </a:solidFill>
                <a:latin typeface="Consolas"/>
              </a:rPr>
              <a:t>has the pattern, since ACarlaWheeledVehicleNW sits alongside the 4W one -- plus the RPC bindings. A scope decision, not a technical 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66928" y="475488"/>
            <a:ext cx="11064240" cy="0"/>
          </a:xfrm>
          <a:prstGeom prst="line">
            <a:avLst/>
          </a:prstGeom>
          <a:ln w="12700">
            <a:solidFill>
              <a:srgbClr val="C7C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66928" y="21945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A9611A"/>
                </a:solidFill>
                <a:latin typeface="Consolas"/>
              </a:rPr>
              <a:t>06 / 06</a:t>
            </a:r>
            <a:r>
              <a:rPr sz="900">
                <a:solidFill>
                  <a:srgbClr val="78838F"/>
                </a:solidFill>
                <a:latin typeface="Consolas"/>
              </a:rPr>
              <a:t>    0.9.16 CHANGES THE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"/>
            <a:ext cx="11064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11820"/>
                </a:solidFill>
                <a:latin typeface="Bahnschrift"/>
              </a:rPr>
              <a:t>get_telemetry_data makes both signals readable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43584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764"/>
                </a:solidFill>
                <a:latin typeface="Segoe UI"/>
              </a:rPr>
              <a:t>We are on 0.9.15.2. Everything on slides 02 and 04 exists to work around a signal that the next release exposes directly.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792224"/>
            <a:ext cx="11064240" cy="1481328"/>
          </a:xfrm>
          <a:prstGeom prst="rect">
            <a:avLst/>
          </a:prstGeom>
          <a:solidFill>
            <a:srgbClr val="D9E9EA"/>
          </a:solidFill>
          <a:ln w="25400">
            <a:solidFill>
              <a:srgbClr val="1B64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46D"/>
                </a:solidFill>
                <a:latin typeface="Consolas"/>
              </a:rPr>
              <a:t>carla.WheelTelemetryData      -- per wheel, read-only, no HUD needed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omega        &lt;- WHEEL SPEED          tire_load    &lt;- Fz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torque       &lt;- Trq_T2W              long_force   &lt;- Fx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long_slip    &lt;- kappa                lat_force    &lt;- Fy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lat_slip     &lt;- alpha                tire_friction, normalised forms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/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000" b="0">
                <a:solidFill>
                  <a:srgbClr val="111820"/>
                </a:solidFill>
                <a:latin typeface="Consolas"/>
              </a:rPr>
              <a:t>VehicleTelemetryData:  speed  steer  throttle  brake  engine_rpm  gear  drag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198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46D"/>
                </a:solidFill>
                <a:latin typeface="Bahnschrift"/>
              </a:rPr>
              <a:t>WHAT IT RETIRES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94176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vdot inverse -- read torque directly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the unverified 2.52 m^2 drag area -- drag is reported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per-wheel READ needing a fork -- telemetry is per wheel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open items C-1, C-3, C-4, C-5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41985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33723"/>
                </a:solidFill>
                <a:latin typeface="Bahnschrift"/>
              </a:rPr>
              <a:t>WHAT IT DOES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694176"/>
            <a:ext cx="53949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telemetry is READ-ONLY. Injecting Taxl still goes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through apply_control -- one scalar throttle, split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by CARLA's differential.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So: measure per wheel, command lumped.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764"/>
                </a:solidFill>
                <a:latin typeface="Consolas"/>
              </a:rPr>
              <a:t>Per-wheel COMMAND still needs the SimpleWheeled fork.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992624"/>
            <a:ext cx="11064240" cy="786384"/>
          </a:xfrm>
          <a:prstGeom prst="rect">
            <a:avLst/>
          </a:prstGeom>
          <a:solidFill>
            <a:srgbClr val="F4F6F7"/>
          </a:solidFill>
          <a:ln w="12700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 bIns="54864" lIns="146304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A9611A"/>
                </a:solidFill>
                <a:latin typeface="Consolas"/>
              </a:rPr>
              <a:t>Taxl_i -&gt; pedal map -&gt; CARLA -&gt; get_telemetry_data().wheels[i].omega -&gt; w_cmd_i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100" b="1">
                <a:solidFill>
                  <a:srgbClr val="A9611A"/>
                </a:solidFill>
                <a:latin typeface="Consolas"/>
              </a:rPr>
              <a:t>                                                     .wheels[i].torque -&gt; Trq_T2W_i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907024"/>
            <a:ext cx="11064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B646D"/>
                </a:solidFill>
                <a:latin typeface="Consolas"/>
              </a:rPr>
              <a:t>That is the CarMaker loop, per wheel, with no reconstruction and no fork. Upgrading is the highest-value action in this study.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